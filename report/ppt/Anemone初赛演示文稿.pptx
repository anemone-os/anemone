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84" r:id="rId4"/>
    <p:sldId id="285" r:id="rId5"/>
    <p:sldId id="258" r:id="rId6"/>
    <p:sldId id="259" r:id="rId7"/>
    <p:sldId id="260" r:id="rId8"/>
    <p:sldId id="261" r:id="rId9"/>
    <p:sldId id="262" r:id="rId10"/>
    <p:sldId id="263" r:id="rId11"/>
    <p:sldId id="281" r:id="rId12"/>
    <p:sldId id="265" r:id="rId13"/>
    <p:sldId id="282" r:id="rId14"/>
    <p:sldId id="266" r:id="rId15"/>
    <p:sldId id="267" r:id="rId16"/>
    <p:sldId id="268" r:id="rId17"/>
    <p:sldId id="283" r:id="rId18"/>
    <p:sldId id="269" r:id="rId19"/>
    <p:sldId id="270" r:id="rId20"/>
    <p:sldId id="271" r:id="rId21"/>
    <p:sldId id="272" r:id="rId22"/>
    <p:sldId id="274" r:id="rId23"/>
    <p:sldId id="275" r:id="rId24"/>
    <p:sldId id="277" r:id="rId25"/>
    <p:sldId id="280" r:id="rId26"/>
    <p:sldId id="279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5">
          <p15:clr>
            <a:srgbClr val="A4A3A4"/>
          </p15:clr>
        </p15:guide>
        <p15:guide id="2" pos="389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949494"/>
    <a:srgbClr val="F2F2F2"/>
    <a:srgbClr val="9CC5FD"/>
    <a:srgbClr val="3A6695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61F0A8-668B-4B50-B5C9-8E3BF9A8B5B4}" v="4" dt="2026-06-30T15:50:45.0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3906" autoAdjust="0"/>
  </p:normalViewPr>
  <p:slideViewPr>
    <p:cSldViewPr snapToGrid="0">
      <p:cViewPr varScale="1">
        <p:scale>
          <a:sx n="104" d="100"/>
          <a:sy n="104" d="100"/>
        </p:scale>
        <p:origin x="72" y="164"/>
      </p:cViewPr>
      <p:guideLst>
        <p:guide orient="horz" pos="2245"/>
        <p:guide pos="38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uche 朵露切" userId="9a6adaf45846e188" providerId="LiveId" clId="{2E959310-8A68-41BB-999F-5861D18FACC3}"/>
    <pc:docChg chg="undo redo custSel addSld delSld modSld sldOrd">
      <pc:chgData name="Doruche 朵露切" userId="9a6adaf45846e188" providerId="LiveId" clId="{2E959310-8A68-41BB-999F-5861D18FACC3}" dt="2026-06-30T15:51:21.973" v="3154" actId="20577"/>
      <pc:docMkLst>
        <pc:docMk/>
      </pc:docMkLst>
      <pc:sldChg chg="modSp mod modNotesTx">
        <pc:chgData name="Doruche 朵露切" userId="9a6adaf45846e188" providerId="LiveId" clId="{2E959310-8A68-41BB-999F-5861D18FACC3}" dt="2026-06-27T11:32:28.155" v="1743" actId="20577"/>
        <pc:sldMkLst>
          <pc:docMk/>
          <pc:sldMk cId="0" sldId="256"/>
        </pc:sldMkLst>
        <pc:spChg chg="mod">
          <ac:chgData name="Doruche 朵露切" userId="9a6adaf45846e188" providerId="LiveId" clId="{2E959310-8A68-41BB-999F-5861D18FACC3}" dt="2026-06-27T10:33:02.273" v="117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32:07.666" v="39" actId="20577"/>
          <ac:spMkLst>
            <pc:docMk/>
            <pc:sldMk cId="0" sldId="256"/>
            <ac:spMk id="15" creationId="{00000000-0000-0000-0000-000000000000}"/>
          </ac:spMkLst>
        </pc:spChg>
      </pc:sldChg>
      <pc:sldChg chg="addSp delSp modSp mod">
        <pc:chgData name="Doruche 朵露切" userId="9a6adaf45846e188" providerId="LiveId" clId="{2E959310-8A68-41BB-999F-5861D18FACC3}" dt="2026-06-30T15:51:21.973" v="3154" actId="20577"/>
        <pc:sldMkLst>
          <pc:docMk/>
          <pc:sldMk cId="0" sldId="257"/>
        </pc:sldMkLst>
        <pc:spChg chg="mod">
          <ac:chgData name="Doruche 朵露切" userId="9a6adaf45846e188" providerId="LiveId" clId="{2E959310-8A68-41BB-999F-5861D18FACC3}" dt="2026-06-30T15:51:21.973" v="3154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1:32:51.349" v="1772" actId="20577"/>
          <ac:spMkLst>
            <pc:docMk/>
            <pc:sldMk cId="0" sldId="257"/>
            <ac:spMk id="32" creationId="{CC9EBB5A-F35E-462F-A3EF-B68610754F7F}"/>
          </ac:spMkLst>
        </pc:spChg>
        <pc:graphicFrameChg chg="add mod">
          <ac:chgData name="Doruche 朵露切" userId="9a6adaf45846e188" providerId="LiveId" clId="{2E959310-8A68-41BB-999F-5861D18FACC3}" dt="2026-06-30T15:50:39.375" v="3083"/>
          <ac:graphicFrameMkLst>
            <pc:docMk/>
            <pc:sldMk cId="0" sldId="257"/>
            <ac:graphicFrameMk id="3" creationId="{42DA899B-F895-431A-9E27-DBD5E25615B0}"/>
          </ac:graphicFrameMkLst>
        </pc:graphicFrameChg>
        <pc:graphicFrameChg chg="add mod">
          <ac:chgData name="Doruche 朵露切" userId="9a6adaf45846e188" providerId="LiveId" clId="{2E959310-8A68-41BB-999F-5861D18FACC3}" dt="2026-06-30T15:50:43.945" v="3084"/>
          <ac:graphicFrameMkLst>
            <pc:docMk/>
            <pc:sldMk cId="0" sldId="257"/>
            <ac:graphicFrameMk id="5" creationId="{45929924-2511-4141-5A4A-C3EA4D985DE1}"/>
          </ac:graphicFrameMkLst>
        </pc:graphicFrameChg>
        <pc:picChg chg="del">
          <ac:chgData name="Doruche 朵露切" userId="9a6adaf45846e188" providerId="LiveId" clId="{2E959310-8A68-41BB-999F-5861D18FACC3}" dt="2026-06-30T15:50:35.498" v="3081" actId="478"/>
          <ac:picMkLst>
            <pc:docMk/>
            <pc:sldMk cId="0" sldId="257"/>
            <ac:picMk id="4" creationId="{954E4A94-DE54-2D2A-D946-09AC25C50EFE}"/>
          </ac:picMkLst>
        </pc:picChg>
        <pc:picChg chg="add mod">
          <ac:chgData name="Doruche 朵露切" userId="9a6adaf45846e188" providerId="LiveId" clId="{2E959310-8A68-41BB-999F-5861D18FACC3}" dt="2026-06-30T15:50:53.968" v="3087" actId="1076"/>
          <ac:picMkLst>
            <pc:docMk/>
            <pc:sldMk cId="0" sldId="257"/>
            <ac:picMk id="7" creationId="{18A7B7AC-D77D-7F24-6F0C-CDC9BDB93D93}"/>
          </ac:picMkLst>
        </pc:picChg>
      </pc:sldChg>
      <pc:sldChg chg="delSp modSp mod">
        <pc:chgData name="Doruche 朵露切" userId="9a6adaf45846e188" providerId="LiveId" clId="{2E959310-8A68-41BB-999F-5861D18FACC3}" dt="2026-06-27T13:06:18.026" v="2718" actId="478"/>
        <pc:sldMkLst>
          <pc:docMk/>
          <pc:sldMk cId="0" sldId="258"/>
        </pc:sldMkLst>
        <pc:spChg chg="mod">
          <ac:chgData name="Doruche 朵露切" userId="9a6adaf45846e188" providerId="LiveId" clId="{2E959310-8A68-41BB-999F-5861D18FACC3}" dt="2026-06-27T11:32:55.381" v="1773" actId="20577"/>
          <ac:spMkLst>
            <pc:docMk/>
            <pc:sldMk cId="0" sldId="258"/>
            <ac:spMk id="2" creationId="{00000000-0000-0000-0000-000000000000}"/>
          </ac:spMkLst>
        </pc:spChg>
        <pc:graphicFrameChg chg="mod modGraphic">
          <ac:chgData name="Doruche 朵露切" userId="9a6adaf45846e188" providerId="LiveId" clId="{2E959310-8A68-41BB-999F-5861D18FACC3}" dt="2026-06-27T10:42:33.710" v="734" actId="20577"/>
          <ac:graphicFrameMkLst>
            <pc:docMk/>
            <pc:sldMk cId="0" sldId="258"/>
            <ac:graphicFrameMk id="3" creationId="{00000000-0000-0000-0000-000000000000}"/>
          </ac:graphicFrameMkLst>
        </pc:graphicFrameChg>
      </pc:sldChg>
      <pc:sldChg chg="addSp delSp modSp mod">
        <pc:chgData name="Doruche 朵露切" userId="9a6adaf45846e188" providerId="LiveId" clId="{2E959310-8A68-41BB-999F-5861D18FACC3}" dt="2026-06-29T14:40:42.314" v="3080" actId="20577"/>
        <pc:sldMkLst>
          <pc:docMk/>
          <pc:sldMk cId="0" sldId="259"/>
        </pc:sldMkLst>
        <pc:spChg chg="mod">
          <ac:chgData name="Doruche 朵露切" userId="9a6adaf45846e188" providerId="LiveId" clId="{2E959310-8A68-41BB-999F-5861D18FACC3}" dt="2026-06-29T14:40:42.314" v="3080" actId="20577"/>
          <ac:spMkLst>
            <pc:docMk/>
            <pc:sldMk cId="0" sldId="259"/>
            <ac:spMk id="5" creationId="{00000000-0000-0000-0000-000000000000}"/>
          </ac:spMkLst>
        </pc:spChg>
        <pc:spChg chg="add del mod">
          <ac:chgData name="Doruche 朵露切" userId="9a6adaf45846e188" providerId="LiveId" clId="{2E959310-8A68-41BB-999F-5861D18FACC3}" dt="2026-06-27T11:33:31.558" v="1776" actId="207"/>
          <ac:spMkLst>
            <pc:docMk/>
            <pc:sldMk cId="0" sldId="259"/>
            <ac:spMk id="24" creationId="{00000000-0000-0000-0000-000000000000}"/>
          </ac:spMkLst>
        </pc:spChg>
      </pc:sldChg>
      <pc:sldChg chg="delSp modSp mod">
        <pc:chgData name="Doruche 朵露切" userId="9a6adaf45846e188" providerId="LiveId" clId="{2E959310-8A68-41BB-999F-5861D18FACC3}" dt="2026-06-27T13:06:21.846" v="2721" actId="478"/>
        <pc:sldMkLst>
          <pc:docMk/>
          <pc:sldMk cId="0" sldId="260"/>
        </pc:sldMkLst>
        <pc:spChg chg="mod">
          <ac:chgData name="Doruche 朵露切" userId="9a6adaf45846e188" providerId="LiveId" clId="{2E959310-8A68-41BB-999F-5861D18FACC3}" dt="2026-06-27T10:46:22.135" v="1053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34.119" v="1089" actId="20577"/>
          <ac:spMkLst>
            <pc:docMk/>
            <pc:sldMk cId="0" sldId="260"/>
            <ac:spMk id="62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44.724" v="1092" actId="1076"/>
          <ac:spMkLst>
            <pc:docMk/>
            <pc:sldMk cId="0" sldId="260"/>
            <ac:spMk id="70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44.724" v="1092" actId="1076"/>
          <ac:spMkLst>
            <pc:docMk/>
            <pc:sldMk cId="0" sldId="260"/>
            <ac:spMk id="71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44.724" v="1092" actId="1076"/>
          <ac:spMkLst>
            <pc:docMk/>
            <pc:sldMk cId="0" sldId="260"/>
            <ac:spMk id="72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37.707" v="1091" actId="1076"/>
          <ac:spMkLst>
            <pc:docMk/>
            <pc:sldMk cId="0" sldId="260"/>
            <ac:spMk id="84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44.724" v="1092" actId="1076"/>
          <ac:spMkLst>
            <pc:docMk/>
            <pc:sldMk cId="0" sldId="260"/>
            <ac:spMk id="91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5:37.510" v="1014" actId="20577"/>
          <ac:spMkLst>
            <pc:docMk/>
            <pc:sldMk cId="0" sldId="260"/>
            <ac:spMk id="92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44.724" v="1092" actId="1076"/>
          <ac:spMkLst>
            <pc:docMk/>
            <pc:sldMk cId="0" sldId="260"/>
            <ac:spMk id="93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37.707" v="1091" actId="1076"/>
          <ac:spMkLst>
            <pc:docMk/>
            <pc:sldMk cId="0" sldId="260"/>
            <ac:spMk id="94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44.724" v="1092" actId="1076"/>
          <ac:spMkLst>
            <pc:docMk/>
            <pc:sldMk cId="0" sldId="260"/>
            <ac:spMk id="97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37.707" v="1091" actId="1076"/>
          <ac:spMkLst>
            <pc:docMk/>
            <pc:sldMk cId="0" sldId="260"/>
            <ac:spMk id="101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44.724" v="1092" actId="1076"/>
          <ac:spMkLst>
            <pc:docMk/>
            <pc:sldMk cId="0" sldId="260"/>
            <ac:spMk id="106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44.724" v="1092" actId="1076"/>
          <ac:spMkLst>
            <pc:docMk/>
            <pc:sldMk cId="0" sldId="260"/>
            <ac:spMk id="112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04.713" v="1042" actId="20577"/>
          <ac:spMkLst>
            <pc:docMk/>
            <pc:sldMk cId="0" sldId="260"/>
            <ac:spMk id="113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44.724" v="1092" actId="1076"/>
          <ac:spMkLst>
            <pc:docMk/>
            <pc:sldMk cId="0" sldId="260"/>
            <ac:spMk id="114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0:46:44.724" v="1092" actId="1076"/>
          <ac:spMkLst>
            <pc:docMk/>
            <pc:sldMk cId="0" sldId="260"/>
            <ac:spMk id="115" creationId="{00000000-0000-0000-0000-000000000000}"/>
          </ac:spMkLst>
        </pc:spChg>
      </pc:sldChg>
      <pc:sldChg chg="delSp modSp mod">
        <pc:chgData name="Doruche 朵露切" userId="9a6adaf45846e188" providerId="LiveId" clId="{2E959310-8A68-41BB-999F-5861D18FACC3}" dt="2026-06-27T13:06:23.077" v="2722" actId="478"/>
        <pc:sldMkLst>
          <pc:docMk/>
          <pc:sldMk cId="0" sldId="261"/>
        </pc:sldMkLst>
      </pc:sldChg>
      <pc:sldChg chg="addSp delSp modSp mod">
        <pc:chgData name="Doruche 朵露切" userId="9a6adaf45846e188" providerId="LiveId" clId="{2E959310-8A68-41BB-999F-5861D18FACC3}" dt="2026-06-27T13:06:24.221" v="2723" actId="478"/>
        <pc:sldMkLst>
          <pc:docMk/>
          <pc:sldMk cId="0" sldId="262"/>
        </pc:sldMkLst>
        <pc:spChg chg="mod">
          <ac:chgData name="Doruche 朵露切" userId="9a6adaf45846e188" providerId="LiveId" clId="{2E959310-8A68-41BB-999F-5861D18FACC3}" dt="2026-06-27T11:28:33.739" v="1280" actId="1076"/>
          <ac:spMkLst>
            <pc:docMk/>
            <pc:sldMk cId="0" sldId="262"/>
            <ac:spMk id="2" creationId="{00000000-0000-0000-0000-000000000000}"/>
          </ac:spMkLst>
        </pc:spChg>
        <pc:spChg chg="add mod">
          <ac:chgData name="Doruche 朵露切" userId="9a6adaf45846e188" providerId="LiveId" clId="{2E959310-8A68-41BB-999F-5861D18FACC3}" dt="2026-06-27T11:28:36.196" v="1281" actId="1076"/>
          <ac:spMkLst>
            <pc:docMk/>
            <pc:sldMk cId="0" sldId="262"/>
            <ac:spMk id="4" creationId="{1FB8D0C5-94E8-532F-79E3-8CB1235A6FAB}"/>
          </ac:spMkLst>
        </pc:spChg>
      </pc:sldChg>
      <pc:sldChg chg="addSp delSp modSp mod addAnim delAnim modAnim">
        <pc:chgData name="Doruche 朵露切" userId="9a6adaf45846e188" providerId="LiveId" clId="{2E959310-8A68-41BB-999F-5861D18FACC3}" dt="2026-06-27T13:06:25.357" v="2724" actId="478"/>
        <pc:sldMkLst>
          <pc:docMk/>
          <pc:sldMk cId="548663691" sldId="263"/>
        </pc:sldMkLst>
        <pc:spChg chg="mod">
          <ac:chgData name="Doruche 朵露切" userId="9a6adaf45846e188" providerId="LiveId" clId="{2E959310-8A68-41BB-999F-5861D18FACC3}" dt="2026-06-27T11:27:00.908" v="1111" actId="20577"/>
          <ac:spMkLst>
            <pc:docMk/>
            <pc:sldMk cId="548663691" sldId="263"/>
            <ac:spMk id="7" creationId="{00000000-0000-0000-0000-000000000000}"/>
          </ac:spMkLst>
        </pc:spChg>
        <pc:spChg chg="add del mod">
          <ac:chgData name="Doruche 朵露切" userId="9a6adaf45846e188" providerId="LiveId" clId="{2E959310-8A68-41BB-999F-5861D18FACC3}" dt="2026-06-27T11:37:11.006" v="1905" actId="1076"/>
          <ac:spMkLst>
            <pc:docMk/>
            <pc:sldMk cId="548663691" sldId="263"/>
            <ac:spMk id="10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1:37:05.118" v="1904" actId="20577"/>
          <ac:spMkLst>
            <pc:docMk/>
            <pc:sldMk cId="548663691" sldId="263"/>
            <ac:spMk id="11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1:36:55.826" v="1896" actId="20577"/>
          <ac:spMkLst>
            <pc:docMk/>
            <pc:sldMk cId="548663691" sldId="263"/>
            <ac:spMk id="14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2:20:00.515" v="2676" actId="1038"/>
          <ac:spMkLst>
            <pc:docMk/>
            <pc:sldMk cId="548663691" sldId="263"/>
            <ac:spMk id="15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1:37:03.773" v="1902" actId="20577"/>
          <ac:spMkLst>
            <pc:docMk/>
            <pc:sldMk cId="548663691" sldId="263"/>
            <ac:spMk id="23" creationId="{E713BA4C-4DFA-409F-B130-D711ED3CFEE9}"/>
          </ac:spMkLst>
        </pc:spChg>
        <pc:picChg chg="add del">
          <ac:chgData name="Doruche 朵露切" userId="9a6adaf45846e188" providerId="LiveId" clId="{2E959310-8A68-41BB-999F-5861D18FACC3}" dt="2026-06-27T11:35:34.218" v="1864" actId="478"/>
          <ac:picMkLst>
            <pc:docMk/>
            <pc:sldMk cId="548663691" sldId="263"/>
            <ac:picMk id="32" creationId="{00000000-0000-0000-0000-000000000000}"/>
          </ac:picMkLst>
        </pc:picChg>
      </pc:sldChg>
      <pc:sldChg chg="addSp delSp modSp mod">
        <pc:chgData name="Doruche 朵露切" userId="9a6adaf45846e188" providerId="LiveId" clId="{2E959310-8A68-41BB-999F-5861D18FACC3}" dt="2026-06-27T13:06:28.881" v="2726" actId="478"/>
        <pc:sldMkLst>
          <pc:docMk/>
          <pc:sldMk cId="0" sldId="265"/>
        </pc:sldMkLst>
        <pc:spChg chg="mod">
          <ac:chgData name="Doruche 朵露切" userId="9a6adaf45846e188" providerId="LiveId" clId="{2E959310-8A68-41BB-999F-5861D18FACC3}" dt="2026-06-27T11:29:18.438" v="1315" actId="1076"/>
          <ac:spMkLst>
            <pc:docMk/>
            <pc:sldMk cId="0" sldId="265"/>
            <ac:spMk id="2" creationId="{00000000-0000-0000-0000-000000000000}"/>
          </ac:spMkLst>
        </pc:spChg>
      </pc:sldChg>
      <pc:sldChg chg="addSp delSp modSp mod ord">
        <pc:chgData name="Doruche 朵露切" userId="9a6adaf45846e188" providerId="LiveId" clId="{2E959310-8A68-41BB-999F-5861D18FACC3}" dt="2026-06-27T13:06:31.993" v="2728" actId="478"/>
        <pc:sldMkLst>
          <pc:docMk/>
          <pc:sldMk cId="0" sldId="266"/>
        </pc:sldMkLst>
        <pc:spChg chg="mod">
          <ac:chgData name="Doruche 朵露切" userId="9a6adaf45846e188" providerId="LiveId" clId="{2E959310-8A68-41BB-999F-5861D18FACC3}" dt="2026-06-27T11:57:03.979" v="2518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1:57:13.200" v="2525" actId="14100"/>
          <ac:spMkLst>
            <pc:docMk/>
            <pc:sldMk cId="0" sldId="266"/>
            <ac:spMk id="4" creationId="{D76BFD58-5BD1-4D0F-9AC7-D682BB058420}"/>
          </ac:spMkLst>
        </pc:spChg>
        <pc:picChg chg="add mod">
          <ac:chgData name="Doruche 朵露切" userId="9a6adaf45846e188" providerId="LiveId" clId="{2E959310-8A68-41BB-999F-5861D18FACC3}" dt="2026-06-27T11:57:24.649" v="2531" actId="1076"/>
          <ac:picMkLst>
            <pc:docMk/>
            <pc:sldMk cId="0" sldId="266"/>
            <ac:picMk id="9" creationId="{3D94482F-5C1E-93D9-0FE2-D3B733A537CD}"/>
          </ac:picMkLst>
        </pc:picChg>
      </pc:sldChg>
      <pc:sldChg chg="delSp modSp mod">
        <pc:chgData name="Doruche 朵露切" userId="9a6adaf45846e188" providerId="LiveId" clId="{2E959310-8A68-41BB-999F-5861D18FACC3}" dt="2026-06-27T13:06:33.182" v="2729" actId="478"/>
        <pc:sldMkLst>
          <pc:docMk/>
          <pc:sldMk cId="0" sldId="267"/>
        </pc:sldMkLst>
        <pc:spChg chg="mod">
          <ac:chgData name="Doruche 朵露切" userId="9a6adaf45846e188" providerId="LiveId" clId="{2E959310-8A68-41BB-999F-5861D18FACC3}" dt="2026-06-27T11:39:59.166" v="1951" actId="20577"/>
          <ac:spMkLst>
            <pc:docMk/>
            <pc:sldMk cId="0" sldId="267"/>
            <ac:spMk id="4" creationId="{D76BFD58-5BD1-4D0F-9AC7-D682BB058420}"/>
          </ac:spMkLst>
        </pc:spChg>
      </pc:sldChg>
      <pc:sldChg chg="addSp delSp modSp mod">
        <pc:chgData name="Doruche 朵露切" userId="9a6adaf45846e188" providerId="LiveId" clId="{2E959310-8A68-41BB-999F-5861D18FACC3}" dt="2026-06-27T13:06:34.152" v="2730" actId="478"/>
        <pc:sldMkLst>
          <pc:docMk/>
          <pc:sldMk cId="0" sldId="268"/>
        </pc:sldMkLst>
        <pc:spChg chg="mod">
          <ac:chgData name="Doruche 朵露切" userId="9a6adaf45846e188" providerId="LiveId" clId="{2E959310-8A68-41BB-999F-5861D18FACC3}" dt="2026-06-27T11:59:46.657" v="2536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2:00:10.727" v="2548" actId="14100"/>
          <ac:spMkLst>
            <pc:docMk/>
            <pc:sldMk cId="0" sldId="268"/>
            <ac:spMk id="4" creationId="{D76BFD58-5BD1-4D0F-9AC7-D682BB058420}"/>
          </ac:spMkLst>
        </pc:spChg>
        <pc:picChg chg="add mod">
          <ac:chgData name="Doruche 朵露切" userId="9a6adaf45846e188" providerId="LiveId" clId="{2E959310-8A68-41BB-999F-5861D18FACC3}" dt="2026-06-27T12:00:19.985" v="2554" actId="1076"/>
          <ac:picMkLst>
            <pc:docMk/>
            <pc:sldMk cId="0" sldId="268"/>
            <ac:picMk id="6" creationId="{FFA3FB2A-C745-7390-63D9-14F7090F3A64}"/>
          </ac:picMkLst>
        </pc:picChg>
      </pc:sldChg>
      <pc:sldChg chg="addSp delSp modSp mod">
        <pc:chgData name="Doruche 朵露切" userId="9a6adaf45846e188" providerId="LiveId" clId="{2E959310-8A68-41BB-999F-5861D18FACC3}" dt="2026-06-27T13:06:39.399" v="2734" actId="478"/>
        <pc:sldMkLst>
          <pc:docMk/>
          <pc:sldMk cId="0" sldId="269"/>
        </pc:sldMkLst>
        <pc:spChg chg="add del">
          <ac:chgData name="Doruche 朵露切" userId="9a6adaf45846e188" providerId="LiveId" clId="{2E959310-8A68-41BB-999F-5861D18FACC3}" dt="2026-06-27T13:06:37.803" v="2733" actId="478"/>
          <ac:spMkLst>
            <pc:docMk/>
            <pc:sldMk cId="0" sldId="269"/>
            <ac:spMk id="4" creationId="{D76BFD58-5BD1-4D0F-9AC7-D682BB058420}"/>
          </ac:spMkLst>
        </pc:spChg>
        <pc:picChg chg="add mod">
          <ac:chgData name="Doruche 朵露切" userId="9a6adaf45846e188" providerId="LiveId" clId="{2E959310-8A68-41BB-999F-5861D18FACC3}" dt="2026-06-27T12:08:45.364" v="2593" actId="1076"/>
          <ac:picMkLst>
            <pc:docMk/>
            <pc:sldMk cId="0" sldId="269"/>
            <ac:picMk id="11" creationId="{D28C3E5D-DC8A-79E7-BC9F-ADC000434B04}"/>
          </ac:picMkLst>
        </pc:picChg>
      </pc:sldChg>
      <pc:sldChg chg="addSp delSp modSp mod">
        <pc:chgData name="Doruche 朵露切" userId="9a6adaf45846e188" providerId="LiveId" clId="{2E959310-8A68-41BB-999F-5861D18FACC3}" dt="2026-06-27T13:06:40.693" v="2735" actId="478"/>
        <pc:sldMkLst>
          <pc:docMk/>
          <pc:sldMk cId="0" sldId="270"/>
        </pc:sldMkLst>
        <pc:spChg chg="mod">
          <ac:chgData name="Doruche 朵露切" userId="9a6adaf45846e188" providerId="LiveId" clId="{2E959310-8A68-41BB-999F-5861D18FACC3}" dt="2026-06-27T12:12:36.136" v="2607" actId="14100"/>
          <ac:spMkLst>
            <pc:docMk/>
            <pc:sldMk cId="0" sldId="270"/>
            <ac:spMk id="4" creationId="{D76BFD58-5BD1-4D0F-9AC7-D682BB058420}"/>
          </ac:spMkLst>
        </pc:spChg>
        <pc:picChg chg="add mod">
          <ac:chgData name="Doruche 朵露切" userId="9a6adaf45846e188" providerId="LiveId" clId="{2E959310-8A68-41BB-999F-5861D18FACC3}" dt="2026-06-27T12:12:37.868" v="2608" actId="1076"/>
          <ac:picMkLst>
            <pc:docMk/>
            <pc:sldMk cId="0" sldId="270"/>
            <ac:picMk id="5" creationId="{C5E42BE8-35B8-8785-8EEC-50C7F4078F08}"/>
          </ac:picMkLst>
        </pc:picChg>
      </pc:sldChg>
      <pc:sldChg chg="addSp delSp modSp mod">
        <pc:chgData name="Doruche 朵露切" userId="9a6adaf45846e188" providerId="LiveId" clId="{2E959310-8A68-41BB-999F-5861D18FACC3}" dt="2026-06-27T13:06:41.833" v="2736" actId="478"/>
        <pc:sldMkLst>
          <pc:docMk/>
          <pc:sldMk cId="0" sldId="271"/>
        </pc:sldMkLst>
        <pc:spChg chg="mod">
          <ac:chgData name="Doruche 朵露切" userId="9a6adaf45846e188" providerId="LiveId" clId="{2E959310-8A68-41BB-999F-5861D18FACC3}" dt="2026-06-27T12:18:15.152" v="2621" actId="14100"/>
          <ac:spMkLst>
            <pc:docMk/>
            <pc:sldMk cId="0" sldId="271"/>
            <ac:spMk id="4" creationId="{D76BFD58-5BD1-4D0F-9AC7-D682BB058420}"/>
          </ac:spMkLst>
        </pc:spChg>
        <pc:picChg chg="add mod">
          <ac:chgData name="Doruche 朵露切" userId="9a6adaf45846e188" providerId="LiveId" clId="{2E959310-8A68-41BB-999F-5861D18FACC3}" dt="2026-06-27T12:18:18.545" v="2624" actId="1076"/>
          <ac:picMkLst>
            <pc:docMk/>
            <pc:sldMk cId="0" sldId="271"/>
            <ac:picMk id="5" creationId="{F97D1447-47B0-C392-6613-A72C2011E3AA}"/>
          </ac:picMkLst>
        </pc:picChg>
      </pc:sldChg>
      <pc:sldChg chg="delSp modSp mod">
        <pc:chgData name="Doruche 朵露切" userId="9a6adaf45846e188" providerId="LiveId" clId="{2E959310-8A68-41BB-999F-5861D18FACC3}" dt="2026-06-27T13:06:43.044" v="2737" actId="478"/>
        <pc:sldMkLst>
          <pc:docMk/>
          <pc:sldMk cId="3288375906" sldId="272"/>
        </pc:sldMkLst>
        <pc:spChg chg="mod">
          <ac:chgData name="Doruche 朵露切" userId="9a6adaf45846e188" providerId="LiveId" clId="{2E959310-8A68-41BB-999F-5861D18FACC3}" dt="2026-06-27T11:40:29.219" v="1958" actId="1076"/>
          <ac:spMkLst>
            <pc:docMk/>
            <pc:sldMk cId="3288375906" sldId="272"/>
            <ac:spMk id="19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1:40:24.979" v="1957" actId="1076"/>
          <ac:spMkLst>
            <pc:docMk/>
            <pc:sldMk cId="3288375906" sldId="272"/>
            <ac:spMk id="23" creationId="{940714E8-FC79-452A-8C71-10E62FCD323D}"/>
          </ac:spMkLst>
        </pc:spChg>
      </pc:sldChg>
      <pc:sldChg chg="addSp delSp modSp mod">
        <pc:chgData name="Doruche 朵露切" userId="9a6adaf45846e188" providerId="LiveId" clId="{2E959310-8A68-41BB-999F-5861D18FACC3}" dt="2026-06-27T13:06:44.414" v="2738" actId="478"/>
        <pc:sldMkLst>
          <pc:docMk/>
          <pc:sldMk cId="0" sldId="274"/>
        </pc:sldMkLst>
        <pc:spChg chg="mod">
          <ac:chgData name="Doruche 朵露切" userId="9a6adaf45846e188" providerId="LiveId" clId="{2E959310-8A68-41BB-999F-5861D18FACC3}" dt="2026-06-27T11:44:08.792" v="1998" actId="1076"/>
          <ac:spMkLst>
            <pc:docMk/>
            <pc:sldMk cId="0" sldId="274"/>
            <ac:spMk id="2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1:44:36.340" v="2114" actId="20577"/>
          <ac:spMkLst>
            <pc:docMk/>
            <pc:sldMk cId="0" sldId="274"/>
            <ac:spMk id="5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1:44:45.628" v="2118" actId="20577"/>
          <ac:spMkLst>
            <pc:docMk/>
            <pc:sldMk cId="0" sldId="274"/>
            <ac:spMk id="6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1:38:32.249" v="1920" actId="1076"/>
          <ac:spMkLst>
            <pc:docMk/>
            <pc:sldMk cId="0" sldId="274"/>
            <ac:spMk id="22" creationId="{00000000-0000-0000-0000-000000000000}"/>
          </ac:spMkLst>
        </pc:spChg>
      </pc:sldChg>
      <pc:sldChg chg="delSp modSp mod">
        <pc:chgData name="Doruche 朵露切" userId="9a6adaf45846e188" providerId="LiveId" clId="{2E959310-8A68-41BB-999F-5861D18FACC3}" dt="2026-06-27T13:06:45.625" v="2739" actId="478"/>
        <pc:sldMkLst>
          <pc:docMk/>
          <pc:sldMk cId="0" sldId="275"/>
        </pc:sldMkLst>
        <pc:spChg chg="mod">
          <ac:chgData name="Doruche 朵露切" userId="9a6adaf45846e188" providerId="LiveId" clId="{2E959310-8A68-41BB-999F-5861D18FACC3}" dt="2026-06-27T11:31:02.814" v="1626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1:29:41.562" v="1360" actId="20577"/>
          <ac:spMkLst>
            <pc:docMk/>
            <pc:sldMk cId="0" sldId="275"/>
            <ac:spMk id="112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1:30:35.384" v="1506" actId="20577"/>
          <ac:spMkLst>
            <pc:docMk/>
            <pc:sldMk cId="0" sldId="275"/>
            <ac:spMk id="113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1:30:24.159" v="1474" actId="20577"/>
          <ac:spMkLst>
            <pc:docMk/>
            <pc:sldMk cId="0" sldId="275"/>
            <ac:spMk id="114" creationId="{00000000-0000-0000-0000-000000000000}"/>
          </ac:spMkLst>
        </pc:spChg>
        <pc:spChg chg="mod">
          <ac:chgData name="Doruche 朵露切" userId="9a6adaf45846e188" providerId="LiveId" clId="{2E959310-8A68-41BB-999F-5861D18FACC3}" dt="2026-06-27T11:30:09.153" v="1443" actId="14100"/>
          <ac:spMkLst>
            <pc:docMk/>
            <pc:sldMk cId="0" sldId="275"/>
            <ac:spMk id="115" creationId="{00000000-0000-0000-0000-000000000000}"/>
          </ac:spMkLst>
        </pc:spChg>
      </pc:sldChg>
      <pc:sldChg chg="delSp modSp mod">
        <pc:chgData name="Doruche 朵露切" userId="9a6adaf45846e188" providerId="LiveId" clId="{2E959310-8A68-41BB-999F-5861D18FACC3}" dt="2026-06-27T13:06:46.826" v="2740" actId="478"/>
        <pc:sldMkLst>
          <pc:docMk/>
          <pc:sldMk cId="0" sldId="277"/>
        </pc:sldMkLst>
      </pc:sldChg>
      <pc:sldChg chg="addSp delSp modSp mod">
        <pc:chgData name="Doruche 朵露切" userId="9a6adaf45846e188" providerId="LiveId" clId="{2E959310-8A68-41BB-999F-5861D18FACC3}" dt="2026-06-27T11:38:41.738" v="1921"/>
        <pc:sldMkLst>
          <pc:docMk/>
          <pc:sldMk cId="0" sldId="279"/>
        </pc:sldMkLst>
        <pc:spChg chg="mod">
          <ac:chgData name="Doruche 朵露切" userId="9a6adaf45846e188" providerId="LiveId" clId="{2E959310-8A68-41BB-999F-5861D18FACC3}" dt="2026-06-27T11:32:04.428" v="1729" actId="20577"/>
          <ac:spMkLst>
            <pc:docMk/>
            <pc:sldMk cId="0" sldId="279"/>
            <ac:spMk id="15" creationId="{00000000-0000-0000-0000-000000000000}"/>
          </ac:spMkLst>
        </pc:spChg>
      </pc:sldChg>
      <pc:sldChg chg="addSp delSp modSp add mod delAnim modAnim">
        <pc:chgData name="Doruche 朵露切" userId="9a6adaf45846e188" providerId="LiveId" clId="{2E959310-8A68-41BB-999F-5861D18FACC3}" dt="2026-06-29T14:34:43.745" v="3069" actId="20577"/>
        <pc:sldMkLst>
          <pc:docMk/>
          <pc:sldMk cId="2573791545" sldId="280"/>
        </pc:sldMkLst>
        <pc:spChg chg="mod">
          <ac:chgData name="Doruche 朵露切" userId="9a6adaf45846e188" providerId="LiveId" clId="{2E959310-8A68-41BB-999F-5861D18FACC3}" dt="2026-06-27T11:45:26.690" v="2165" actId="20577"/>
          <ac:spMkLst>
            <pc:docMk/>
            <pc:sldMk cId="2573791545" sldId="280"/>
            <ac:spMk id="3" creationId="{2FBF1292-35E6-6FAB-5033-F6266BB6CA86}"/>
          </ac:spMkLst>
        </pc:spChg>
        <pc:spChg chg="mod">
          <ac:chgData name="Doruche 朵露切" userId="9a6adaf45846e188" providerId="LiveId" clId="{2E959310-8A68-41BB-999F-5861D18FACC3}" dt="2026-06-29T14:34:43.745" v="3069" actId="20577"/>
          <ac:spMkLst>
            <pc:docMk/>
            <pc:sldMk cId="2573791545" sldId="280"/>
            <ac:spMk id="6" creationId="{F5F7A037-00D2-C98B-F0A9-C3EDCF5181B0}"/>
          </ac:spMkLst>
        </pc:spChg>
      </pc:sldChg>
      <pc:sldChg chg="addSp delSp modSp add mod delAnim">
        <pc:chgData name="Doruche 朵露切" userId="9a6adaf45846e188" providerId="LiveId" clId="{2E959310-8A68-41BB-999F-5861D18FACC3}" dt="2026-06-27T13:06:26.528" v="2725" actId="478"/>
        <pc:sldMkLst>
          <pc:docMk/>
          <pc:sldMk cId="2898796411" sldId="281"/>
        </pc:sldMkLst>
        <pc:spChg chg="mod">
          <ac:chgData name="Doruche 朵露切" userId="9a6adaf45846e188" providerId="LiveId" clId="{2E959310-8A68-41BB-999F-5861D18FACC3}" dt="2026-06-27T11:48:06.541" v="2390" actId="1076"/>
          <ac:spMkLst>
            <pc:docMk/>
            <pc:sldMk cId="2898796411" sldId="281"/>
            <ac:spMk id="10" creationId="{650D78F0-C65E-0D0F-F92B-2489437601D1}"/>
          </ac:spMkLst>
        </pc:spChg>
        <pc:picChg chg="add mod">
          <ac:chgData name="Doruche 朵露切" userId="9a6adaf45846e188" providerId="LiveId" clId="{2E959310-8A68-41BB-999F-5861D18FACC3}" dt="2026-06-27T11:48:08.288" v="2391" actId="1076"/>
          <ac:picMkLst>
            <pc:docMk/>
            <pc:sldMk cId="2898796411" sldId="281"/>
            <ac:picMk id="3" creationId="{627F1C6A-DEBA-55C2-1C18-3A6CABF7D859}"/>
          </ac:picMkLst>
        </pc:picChg>
      </pc:sldChg>
      <pc:sldChg chg="addSp delSp modSp add mod">
        <pc:chgData name="Doruche 朵露切" userId="9a6adaf45846e188" providerId="LiveId" clId="{2E959310-8A68-41BB-999F-5861D18FACC3}" dt="2026-06-27T13:06:30.698" v="2727" actId="478"/>
        <pc:sldMkLst>
          <pc:docMk/>
          <pc:sldMk cId="1748049677" sldId="282"/>
        </pc:sldMkLst>
        <pc:spChg chg="mod">
          <ac:chgData name="Doruche 朵露切" userId="9a6adaf45846e188" providerId="LiveId" clId="{2E959310-8A68-41BB-999F-5861D18FACC3}" dt="2026-06-27T11:57:05.885" v="2523" actId="20577"/>
          <ac:spMkLst>
            <pc:docMk/>
            <pc:sldMk cId="1748049677" sldId="282"/>
            <ac:spMk id="3" creationId="{9079AB5A-BB4F-686C-72F2-49F09E4DEFE8}"/>
          </ac:spMkLst>
        </pc:spChg>
        <pc:spChg chg="mod">
          <ac:chgData name="Doruche 朵露切" userId="9a6adaf45846e188" providerId="LiveId" clId="{2E959310-8A68-41BB-999F-5861D18FACC3}" dt="2026-06-27T11:56:42.208" v="2497" actId="14100"/>
          <ac:spMkLst>
            <pc:docMk/>
            <pc:sldMk cId="1748049677" sldId="282"/>
            <ac:spMk id="4" creationId="{B75944B6-67D0-C0D2-98AD-384FAD7D67A5}"/>
          </ac:spMkLst>
        </pc:spChg>
        <pc:picChg chg="add mod">
          <ac:chgData name="Doruche 朵露切" userId="9a6adaf45846e188" providerId="LiveId" clId="{2E959310-8A68-41BB-999F-5861D18FACC3}" dt="2026-06-27T11:56:46.213" v="2499" actId="1076"/>
          <ac:picMkLst>
            <pc:docMk/>
            <pc:sldMk cId="1748049677" sldId="282"/>
            <ac:picMk id="5" creationId="{6B3804B8-7F28-DA6A-1E1E-9A9CF98A50B6}"/>
          </ac:picMkLst>
        </pc:picChg>
      </pc:sldChg>
      <pc:sldChg chg="addSp delSp modSp add mod">
        <pc:chgData name="Doruche 朵露切" userId="9a6adaf45846e188" providerId="LiveId" clId="{2E959310-8A68-41BB-999F-5861D18FACC3}" dt="2026-06-27T13:06:35.452" v="2731" actId="478"/>
        <pc:sldMkLst>
          <pc:docMk/>
          <pc:sldMk cId="1498400202" sldId="283"/>
        </pc:sldMkLst>
        <pc:spChg chg="mod">
          <ac:chgData name="Doruche 朵露切" userId="9a6adaf45846e188" providerId="LiveId" clId="{2E959310-8A68-41BB-999F-5861D18FACC3}" dt="2026-06-27T12:00:33.689" v="2566" actId="14100"/>
          <ac:spMkLst>
            <pc:docMk/>
            <pc:sldMk cId="1498400202" sldId="283"/>
            <ac:spMk id="4" creationId="{E4BA6834-BEF4-5BF9-8F13-13E1C2963267}"/>
          </ac:spMkLst>
        </pc:spChg>
        <pc:picChg chg="add mod">
          <ac:chgData name="Doruche 朵露切" userId="9a6adaf45846e188" providerId="LiveId" clId="{2E959310-8A68-41BB-999F-5861D18FACC3}" dt="2026-06-27T12:03:36.638" v="2570" actId="1076"/>
          <ac:picMkLst>
            <pc:docMk/>
            <pc:sldMk cId="1498400202" sldId="283"/>
            <ac:picMk id="5" creationId="{8015FEF1-4560-EA7E-0CC3-2BA91BDFAE8E}"/>
          </ac:picMkLst>
        </pc:picChg>
      </pc:sldChg>
      <pc:sldChg chg="addSp delSp modSp add mod">
        <pc:chgData name="Doruche 朵露切" userId="9a6adaf45846e188" providerId="LiveId" clId="{2E959310-8A68-41BB-999F-5861D18FACC3}" dt="2026-06-27T13:15:38.946" v="2992" actId="1076"/>
        <pc:sldMkLst>
          <pc:docMk/>
          <pc:sldMk cId="2573819351" sldId="284"/>
        </pc:sldMkLst>
        <pc:spChg chg="mod">
          <ac:chgData name="Doruche 朵露切" userId="9a6adaf45846e188" providerId="LiveId" clId="{2E959310-8A68-41BB-999F-5861D18FACC3}" dt="2026-06-27T13:07:21.967" v="2788" actId="20577"/>
          <ac:spMkLst>
            <pc:docMk/>
            <pc:sldMk cId="2573819351" sldId="284"/>
            <ac:spMk id="2" creationId="{814B6020-A98E-A14C-7309-F479508ECD9F}"/>
          </ac:spMkLst>
        </pc:spChg>
        <pc:spChg chg="add mod">
          <ac:chgData name="Doruche 朵露切" userId="9a6adaf45846e188" providerId="LiveId" clId="{2E959310-8A68-41BB-999F-5861D18FACC3}" dt="2026-06-27T13:15:32.864" v="2988" actId="20577"/>
          <ac:spMkLst>
            <pc:docMk/>
            <pc:sldMk cId="2573819351" sldId="284"/>
            <ac:spMk id="3" creationId="{5F010E8D-C9D5-1D47-6BCF-5BB6E46BC88A}"/>
          </ac:spMkLst>
        </pc:spChg>
        <pc:picChg chg="add mod">
          <ac:chgData name="Doruche 朵露切" userId="9a6adaf45846e188" providerId="LiveId" clId="{2E959310-8A68-41BB-999F-5861D18FACC3}" dt="2026-06-27T13:09:41.810" v="2932" actId="1076"/>
          <ac:picMkLst>
            <pc:docMk/>
            <pc:sldMk cId="2573819351" sldId="284"/>
            <ac:picMk id="6" creationId="{7916371E-92AB-46B6-4EC0-72A64E032654}"/>
          </ac:picMkLst>
        </pc:picChg>
        <pc:picChg chg="add mod">
          <ac:chgData name="Doruche 朵露切" userId="9a6adaf45846e188" providerId="LiveId" clId="{2E959310-8A68-41BB-999F-5861D18FACC3}" dt="2026-06-27T13:15:38.946" v="2992" actId="1076"/>
          <ac:picMkLst>
            <pc:docMk/>
            <pc:sldMk cId="2573819351" sldId="284"/>
            <ac:picMk id="9" creationId="{A2CF627E-C666-98F4-51EA-57B526B8B7F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1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1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开场先把项目身份说清楚：Anemone 是我们从零推进的 Rust 内核，目标是面向 Linux ABI 兼容和双架构运行。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这一页先给评委一个整体判断：项目已经进入核心测试项稳定通过的状态。我们不在这里堆完整测试矩阵，而是把后续目标收束为更多 LTP 语义覆盖，以及让 shell、文件系统工具和常用用户态程序稳定运行。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54B6-4F1C-8F39-5E7D-1E4D6F337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95870-E91B-1B23-FEDC-190DF9BB8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86788-F23A-CD49-10B0-5E80B8811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这一页先给评委一个整体判断：项目已经进入核心测试项稳定通过的状态。我们不在这里堆完整测试矩阵，而是把后续目标收束为更多 LTP 语义覆盖，以及让 shell、文件系统工具和常用用户态程序稳定运行。</a:t>
            </a:r>
          </a:p>
        </p:txBody>
      </p:sp>
    </p:spTree>
    <p:extLst>
      <p:ext uri="{BB962C8B-B14F-4D97-AF65-F5344CB8AC3E}">
        <p14:creationId xmlns:p14="http://schemas.microsoft.com/office/powerpoint/2010/main" val="3448710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54E53-E0C2-6768-8EB3-216BF3CEB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FFE7F-1FB5-F1C4-4BBD-D79EE1E01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CE4F6-6EE6-DF9A-6609-282CFDAD4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414971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完成情况不是单一分数，而是核心能力域的整体覆盖。这里用表格把进程、调度、内存、文件、设备和双架构放在同一张图里，强调 Anemone 不是只围绕某个单点机制展开，而是形成了可运行的内核能力面。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这一页把完成情况从表格回收到四句话。重点是双架构并行、能力域覆盖、核心测试项稳定通过，以及工程记录可追溯，这些也是后面设计主线和比赛总结的入口。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开发历程按四个阶段讲，但双架构不是第四阶段，也不是后期适配。我们从一开始就把 RISC-V64 和 LoongArch64 放在并行线路上，让通用内核代码和架构实现长期互相校准。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从零设计不是为了重复造已有的东西，而是为了把 ABI 兼容和内部对象模型分开。这个选择让我们既能面向 Linux 用户态，又不必把内部结构写成 Linux 源码的镜像。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从这一部分开始，我们不逐条复述功能，而是解释 Anemone 为什么能持续扩展。主线是三层：Linux ABI 放在边界，内部采用 native contract，再用 Rust ownership discipline 控制对象生命周期和并发边界。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ABI 分层是后面所有机制的前提。评委关心的是我们能否说明哪些地方必须对齐 Linux，哪些地方可以按自己的对象模型实现；这页就是这个边界的总说明。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DF3A9-377C-46EE-9167-D6478E667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7361E-41B6-BA3B-7312-C917555AC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CFFF4-2E3F-E851-FE74-8D8EDF0C1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ABI 分层是后面所有机制的前提。评委关心的是我们能否说明哪些地方必须对齐 Linux，哪些地方可以按自己的对象模型实现；这页就是这个边界的总说明。</a:t>
            </a:r>
          </a:p>
        </p:txBody>
      </p:sp>
    </p:spTree>
    <p:extLst>
      <p:ext uri="{BB962C8B-B14F-4D97-AF65-F5344CB8AC3E}">
        <p14:creationId xmlns:p14="http://schemas.microsoft.com/office/powerpoint/2010/main" val="31794281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有了设计主线之后，我们挑四组最能体现 Anemone 区分度的机制展开。它们分别对应内存对象、文件系统和缓存、依赖倒置的硬件抽象，以及 bus、driver、device 分层的设备模型。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6932E-6B39-9AAE-FC7A-B389E97C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93976-25F3-E7E1-08BF-AE748F7D9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417C1-1267-CA99-42C1-D528D7CDD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VMO 页是我们内存管理里最值得讲的对象。它把匿名内存、文件映射、写时复制和 SysV 共享内存收到同一套 fault 和 mapping 逻辑里，避免每个入口各做一套页生命周期。</a:t>
            </a:r>
          </a:p>
        </p:txBody>
      </p:sp>
    </p:spTree>
    <p:extLst>
      <p:ext uri="{BB962C8B-B14F-4D97-AF65-F5344CB8AC3E}">
        <p14:creationId xmlns:p14="http://schemas.microsoft.com/office/powerpoint/2010/main" val="1804480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VMO 页是我们内存管理里最值得讲的对象。它把匿名内存、文件映射、写时复制和 SysV 共享内存收到同一套 fault 和 mapping 逻辑里，避免每个入口各做一套页生命周期。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这一页讲的是我们自己写的 buddy-system crate。重点不是说名字不同，而是页分配器和内核堆之间的依赖方向不同；侵入式元数据让页分配器不需要为了管理页再去依赖堆。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文件系统这一页先讲命名和挂载。Anemone 的 VFS 不是只为了能打开几个文件，而是要支撑多重挂载、bind mount 和不同文件系统后端共存，这些都是 Linux 用户态很容易触碰到的语义。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FDA79-74E0-4F2E-A7CF-55A8ECC3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17C0EB-0395-A5E1-8CAE-08EA90DF1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26632-33FD-722F-F3C7-7C8E7ED93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文件系统这一页先讲命名和挂载。Anemone 的 VFS 不是只为了能打开几个文件，而是要支撑多重挂载、bind mount 和不同文件系统后端共存，这些都是 Linux 用户态很容易触碰到的语义。</a:t>
            </a:r>
          </a:p>
        </p:txBody>
      </p:sp>
    </p:spTree>
    <p:extLst>
      <p:ext uri="{BB962C8B-B14F-4D97-AF65-F5344CB8AC3E}">
        <p14:creationId xmlns:p14="http://schemas.microsoft.com/office/powerpoint/2010/main" val="39790598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这一页专门讲文件系统缓存。icache 解决的是 inode 身份和对象复用，VMO 形式的 page cache 则把普通读写和文件映射连起来；Ext4 是重要后端，但这页的主角是缓存形态。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HAL 这一页的关键词是依赖倒置。不是架构层告诉所有模块该怎么写，而是功能模块定义自己需要什么能力，再由 RISC-V64 和 LoongArch64 分别实现；这也解释了为什么双架构能并行推进。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设备驱动模型这一页要让职责边界非常明确。bus 负责发现和匹配，driver 负责创建真正的 I/O owner，device 保存身份和私有状态，devfs 只是让用户态通过路径看到它。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核心机制不可能在答辩里全部展开，所以这里补一页能力概览。Event 和 Latch、IPC、时间对象以及 procfs 都不是孤立功能，它们共同支撑用户态程序和测试负载。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使用页是合规要求，也是工程事实。我们会说明 AI 参与了哪些工作，但所有结论都要回到代码、RFC、devlog、register 和验证结果，最终由队员承担解释和修改责任。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比赛总结里的工程闭环不是展示流程图好看，而是回答评委关心的通用性问题。我们把需求、设计、实现、审查、验证和回写串起来，证明项目不是临场特化测例，而是在持续收敛机制。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路线页保持务实：我们不承诺完整 Linux UAPI，而是说清下一步要扩大 ABI 覆盖、补齐更多 LTP 语义边界，并推进常用用户态程序稳定运行。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7CBA5-E90D-D07F-49AF-89074CDA5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EBC5C-C950-D4A8-BDE1-74D073BB9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AE7FE-1FE9-49C5-DA33-3351F756B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路线页保持务实：我们不承诺完整 Linux UAPI，而是说清下一步要扩大 ABI 覆盖、补齐更多 LTP 语义边界，并推进常用用户态程序稳定运行。</a:t>
            </a:r>
          </a:p>
        </p:txBody>
      </p:sp>
    </p:spTree>
    <p:extLst>
      <p:ext uri="{BB962C8B-B14F-4D97-AF65-F5344CB8AC3E}">
        <p14:creationId xmlns:p14="http://schemas.microsoft.com/office/powerpoint/2010/main" val="6857996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答辩到这里收束，感谢评委和老师。后续如果进入问答，可以回到前面的设计主线、核心机制或工程记录页展开。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204967"/>
            <a:ext cx="12192000" cy="28613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4718" y="2789380"/>
            <a:ext cx="108628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 err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Anemone</a:t>
            </a:r>
            <a:endParaRPr lang="en-US" altLang="zh-CN" sz="60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 Linux ABI 兼容的 Rust 多架构多核宏内核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79403" y="5388570"/>
            <a:ext cx="5375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A6695"/>
                </a:solidFill>
              </a:rPr>
              <a:t>队员：张正翰、陈函申      指导老师：夏文、仇洁婷</a:t>
            </a:r>
            <a:endParaRPr lang="en-US" altLang="zh-CN" b="1" dirty="0">
              <a:solidFill>
                <a:srgbClr val="3A6695"/>
              </a:solidFill>
            </a:endParaRPr>
          </a:p>
          <a:p>
            <a:endParaRPr lang="en-US" altLang="zh-CN" b="1" dirty="0">
              <a:solidFill>
                <a:srgbClr val="3A6695"/>
              </a:solidFill>
            </a:endParaRPr>
          </a:p>
        </p:txBody>
      </p:sp>
      <p:pic>
        <p:nvPicPr>
          <p:cNvPr id="3" name="图片 2" descr="hitsz-logo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9555" y="603250"/>
            <a:ext cx="6612255" cy="12185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 dirty="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7373" y="1043359"/>
            <a:ext cx="6680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/>
              <a:t>    </a:t>
            </a:r>
            <a:r>
              <a:rPr lang="zh-CN" altLang="en-US" sz="2400" b="1"/>
              <a:t>截至六月三十日十一点五十分，</a:t>
            </a:r>
            <a:r>
              <a:rPr lang="zh-CN" altLang="en-US" sz="2400" b="1" dirty="0"/>
              <a:t>排行情况如图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C9EBB5A-F35E-462F-A3EF-B68610754F7F}"/>
              </a:ext>
            </a:extLst>
          </p:cNvPr>
          <p:cNvSpPr txBox="1"/>
          <p:nvPr/>
        </p:nvSpPr>
        <p:spPr>
          <a:xfrm>
            <a:off x="559437" y="4992321"/>
            <a:ext cx="110731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/>
              <a:t>- </a:t>
            </a:r>
            <a:r>
              <a:rPr lang="zh-CN" altLang="en-US" sz="2400" dirty="0"/>
              <a:t>核心测试项稳定通过，</a:t>
            </a:r>
            <a:r>
              <a:rPr lang="en-US" altLang="zh-CN" sz="2400" dirty="0"/>
              <a:t>LTP</a:t>
            </a:r>
            <a:r>
              <a:rPr lang="zh-CN" altLang="en-US" sz="2400" dirty="0"/>
              <a:t>接近两万分</a:t>
            </a:r>
            <a:endParaRPr lang="en-US" altLang="zh-CN" sz="2400" dirty="0"/>
          </a:p>
          <a:p>
            <a:pPr algn="l"/>
            <a:r>
              <a:rPr lang="en-US" altLang="zh-CN" sz="2400" dirty="0"/>
              <a:t>- </a:t>
            </a:r>
            <a:r>
              <a:rPr lang="en-US" altLang="zh-CN" sz="2400" dirty="0" err="1"/>
              <a:t>后续目标：更多</a:t>
            </a:r>
            <a:r>
              <a:rPr lang="en-US" altLang="zh-CN" sz="2400" dirty="0"/>
              <a:t> LTP </a:t>
            </a:r>
            <a:r>
              <a:rPr lang="en-US" altLang="zh-CN" sz="2400" dirty="0" err="1"/>
              <a:t>测例推动</a:t>
            </a:r>
            <a:r>
              <a:rPr lang="en-US" altLang="zh-CN" sz="2400" dirty="0"/>
              <a:t> shell </a:t>
            </a:r>
            <a:r>
              <a:rPr lang="en-US" altLang="zh-CN" sz="2400" dirty="0" err="1"/>
              <a:t>工具链、文件系统工具和常用用户态程序稳定运行</a:t>
            </a:r>
            <a:endParaRPr lang="en-US" altLang="zh-CN" sz="2400" dirty="0"/>
          </a:p>
        </p:txBody>
      </p:sp>
      <p:sp>
        <p:nvSpPr>
          <p:cNvPr id="40" name="NavActive 完成情况"/>
          <p:cNvSpPr/>
          <p:nvPr/>
        </p:nvSpPr>
        <p:spPr>
          <a:xfrm>
            <a:off x="32318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41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7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8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9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50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51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8A7B7AC-D77D-7F24-6F0C-CDC9BDB93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437" y="1581069"/>
            <a:ext cx="8561279" cy="317831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3FF3B-D198-690B-93D6-8AF66808A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20E8A92-B4A8-4551-9A38-1C0D4D496CE3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429C696B-791C-1C99-E06C-3EFF26405EF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14B6020-A98E-A14C-7309-F479508ECD9F}"/>
              </a:ext>
            </a:extLst>
          </p:cNvPr>
          <p:cNvSpPr txBox="1"/>
          <p:nvPr/>
        </p:nvSpPr>
        <p:spPr>
          <a:xfrm>
            <a:off x="117373" y="1043359"/>
            <a:ext cx="3105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/>
              <a:t>    Anemone</a:t>
            </a:r>
            <a:r>
              <a:rPr lang="zh-CN" altLang="en-US" sz="2400" b="1" dirty="0"/>
              <a:t>项目规模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010E8D-C9D5-1D47-6BCF-5BB6E46BC88A}"/>
              </a:ext>
            </a:extLst>
          </p:cNvPr>
          <p:cNvSpPr txBox="1"/>
          <p:nvPr/>
        </p:nvSpPr>
        <p:spPr>
          <a:xfrm>
            <a:off x="516577" y="2048494"/>
            <a:ext cx="26981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zh-CN" altLang="en-US" dirty="0"/>
              <a:t>内核代码量：</a:t>
            </a:r>
            <a:r>
              <a:rPr lang="en-US" altLang="zh-CN" dirty="0"/>
              <a:t>65692</a:t>
            </a:r>
            <a:r>
              <a:rPr lang="zh-CN" altLang="en-US" dirty="0"/>
              <a:t>行</a:t>
            </a:r>
            <a:endParaRPr lang="en-US" altLang="zh-CN" dirty="0"/>
          </a:p>
          <a:p>
            <a:r>
              <a:rPr lang="zh-CN" altLang="en-US" dirty="0"/>
              <a:t> 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工程时间： </a:t>
            </a:r>
            <a:r>
              <a:rPr lang="en-US" altLang="zh-CN" dirty="0"/>
              <a:t>6</a:t>
            </a:r>
            <a:r>
              <a:rPr lang="zh-CN" altLang="en-US" dirty="0"/>
              <a:t>个月</a:t>
            </a:r>
            <a:endParaRPr lang="en-US" altLang="zh-CN" dirty="0"/>
          </a:p>
          <a:p>
            <a:pPr marL="285750" indent="-285750">
              <a:buFontTx/>
              <a:buChar char="-"/>
            </a:pP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en-US" altLang="zh-CN" dirty="0"/>
              <a:t>Commit</a:t>
            </a:r>
            <a:r>
              <a:rPr lang="zh-CN" altLang="en-US" dirty="0"/>
              <a:t>数目：</a:t>
            </a:r>
            <a:r>
              <a:rPr lang="en-US" altLang="zh-CN" dirty="0"/>
              <a:t>559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16371E-92AB-46B6-4EC0-72A64E0326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077092"/>
            <a:ext cx="5129758" cy="27675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CF627E-C666-98F4-51EA-57B526B8B7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7851" y="4129706"/>
            <a:ext cx="6494717" cy="1431206"/>
          </a:xfrm>
          <a:prstGeom prst="rect">
            <a:avLst/>
          </a:prstGeom>
        </p:spPr>
      </p:pic>
      <p:sp>
        <p:nvSpPr>
          <p:cNvPr id="40" name="NavActive 完成情况"/>
          <p:cNvSpPr/>
          <p:nvPr/>
        </p:nvSpPr>
        <p:spPr>
          <a:xfrm>
            <a:off x="32318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41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7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8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9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50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51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  <p:extLst>
      <p:ext uri="{BB962C8B-B14F-4D97-AF65-F5344CB8AC3E}">
        <p14:creationId xmlns:p14="http://schemas.microsoft.com/office/powerpoint/2010/main" val="257381935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02DAC-D75F-B21C-B0E3-8EC15588E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EF648B84-970C-2A12-F26D-19A1DFC497C0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C1C5E088-7AEE-DFFE-49AE-5E6761F951E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965C60A-01E6-989F-E510-977759408221}"/>
              </a:ext>
            </a:extLst>
          </p:cNvPr>
          <p:cNvSpPr txBox="1"/>
          <p:nvPr/>
        </p:nvSpPr>
        <p:spPr>
          <a:xfrm>
            <a:off x="117373" y="1043359"/>
            <a:ext cx="3413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/>
              <a:t>    Anemone</a:t>
            </a:r>
            <a:r>
              <a:rPr lang="zh-CN" altLang="en-US" sz="2400" b="1" dirty="0"/>
              <a:t>的整体架构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34D1E45-1455-873A-5D41-D439E120BC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39" y="1618230"/>
            <a:ext cx="8841624" cy="4703877"/>
          </a:xfrm>
          <a:prstGeom prst="rect">
            <a:avLst/>
          </a:prstGeom>
        </p:spPr>
      </p:pic>
      <p:sp>
        <p:nvSpPr>
          <p:cNvPr id="40" name="NavActive 完成情况"/>
          <p:cNvSpPr/>
          <p:nvPr/>
        </p:nvSpPr>
        <p:spPr>
          <a:xfrm>
            <a:off x="32318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41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7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8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9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50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51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  <p:extLst>
      <p:ext uri="{BB962C8B-B14F-4D97-AF65-F5344CB8AC3E}">
        <p14:creationId xmlns:p14="http://schemas.microsoft.com/office/powerpoint/2010/main" val="198927845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7292" y="1017414"/>
            <a:ext cx="53335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Anemone 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核心能力完成情况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extLst>
              <p:ext uri="{D42A27DB-BD31-4B8C-83A1-F6EECF244321}">
                <p14:modId xmlns:p14="http://schemas.microsoft.com/office/powerpoint/2010/main" val="1060112444"/>
              </p:ext>
            </p:extLst>
          </p:nvPr>
        </p:nvGraphicFramePr>
        <p:xfrm>
          <a:off x="619827" y="1766048"/>
          <a:ext cx="10906323" cy="4654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0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3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25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核心能力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9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进程与线程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fork / exec / wait，内核线程，线程组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进程组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会话管理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9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虚拟内存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Virtual Memory Object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架构，</a:t>
                      </a: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SysV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Shm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，动态堆分配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9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进程间通信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信号；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Pipe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EventFd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592214"/>
                  </a:ext>
                </a:extLst>
              </a:tr>
              <a:tr h="6669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VFS 与缓存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多重挂载；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Bind Mount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ICache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Cache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9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设备驱动模型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Bus + Driver + Device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；设备树；平台抽象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9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双架构支持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RISC-V64 / LoongArch64 并行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" name="NavActive 完成情况"/>
          <p:cNvSpPr/>
          <p:nvPr/>
        </p:nvSpPr>
        <p:spPr>
          <a:xfrm>
            <a:off x="32318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41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7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8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9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50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51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10020935" y="-8890"/>
            <a:ext cx="1682115" cy="8007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2877" y="1040904"/>
            <a:ext cx="4309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当前成果摘要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44409" y="1810538"/>
            <a:ext cx="11258641" cy="2935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双架构：RISC-V64 与 LoongArch64 从项目早期开始并行推进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能力域：进程、调度、内存、文件、设备、IPC 、时间；提供强大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Linux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兼容性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测例情况：核心测试项稳定通过，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LTP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接近两万分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工程记录：RFC、devlog、register 与 AI 使用记录支撑可追溯开发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NavActive 完成情况"/>
          <p:cNvSpPr/>
          <p:nvPr/>
        </p:nvSpPr>
        <p:spPr>
          <a:xfrm>
            <a:off x="32318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117373" y="1084103"/>
            <a:ext cx="3897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Anemone 开发历程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0" name="Freeform 790"/>
          <p:cNvSpPr/>
          <p:nvPr/>
        </p:nvSpPr>
        <p:spPr bwMode="auto">
          <a:xfrm>
            <a:off x="1347977" y="1800463"/>
            <a:ext cx="2373003" cy="596529"/>
          </a:xfrm>
          <a:custGeom>
            <a:avLst/>
            <a:gdLst>
              <a:gd name="connsiteX0" fmla="*/ 9568 w 10000"/>
              <a:gd name="connsiteY0" fmla="*/ 10000 h 10000"/>
              <a:gd name="connsiteX1" fmla="*/ 4793 w 10000"/>
              <a:gd name="connsiteY1" fmla="*/ 10000 h 10000"/>
              <a:gd name="connsiteX2" fmla="*/ 0 w 10000"/>
              <a:gd name="connsiteY2" fmla="*/ 10000 h 10000"/>
              <a:gd name="connsiteX3" fmla="*/ 1362 w 10000"/>
              <a:gd name="connsiteY3" fmla="*/ 4954 h 10000"/>
              <a:gd name="connsiteX4" fmla="*/ 0 w 10000"/>
              <a:gd name="connsiteY4" fmla="*/ 0 h 10000"/>
              <a:gd name="connsiteX5" fmla="*/ 4793 w 10000"/>
              <a:gd name="connsiteY5" fmla="*/ 0 h 10000"/>
              <a:gd name="connsiteX6" fmla="*/ 9568 w 10000"/>
              <a:gd name="connsiteY6" fmla="*/ 0 h 10000"/>
              <a:gd name="connsiteX7" fmla="*/ 10000 w 10000"/>
              <a:gd name="connsiteY7" fmla="*/ 4954 h 10000"/>
              <a:gd name="connsiteX8" fmla="*/ 9568 w 10000"/>
              <a:gd name="connsiteY8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0" h="10000">
                <a:moveTo>
                  <a:pt x="9568" y="10000"/>
                </a:moveTo>
                <a:lnTo>
                  <a:pt x="4793" y="10000"/>
                </a:lnTo>
                <a:lnTo>
                  <a:pt x="0" y="10000"/>
                </a:lnTo>
                <a:lnTo>
                  <a:pt x="1362" y="4954"/>
                </a:lnTo>
                <a:lnTo>
                  <a:pt x="0" y="0"/>
                </a:lnTo>
                <a:lnTo>
                  <a:pt x="4793" y="0"/>
                </a:lnTo>
                <a:lnTo>
                  <a:pt x="9568" y="0"/>
                </a:lnTo>
                <a:lnTo>
                  <a:pt x="10000" y="4954"/>
                </a:lnTo>
                <a:lnTo>
                  <a:pt x="9568" y="1000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Freeform 791"/>
          <p:cNvSpPr/>
          <p:nvPr/>
        </p:nvSpPr>
        <p:spPr bwMode="auto">
          <a:xfrm>
            <a:off x="3573477" y="1800463"/>
            <a:ext cx="2384821" cy="596529"/>
          </a:xfrm>
          <a:custGeom>
            <a:avLst/>
            <a:gdLst/>
            <a:ahLst/>
            <a:cxnLst>
              <a:cxn ang="0">
                <a:pos x="996" y="109"/>
              </a:cxn>
              <a:cxn ang="0">
                <a:pos x="499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9" y="0"/>
              </a:cxn>
              <a:cxn ang="0">
                <a:pos x="996" y="0"/>
              </a:cxn>
              <a:cxn ang="0">
                <a:pos x="1041" y="54"/>
              </a:cxn>
              <a:cxn ang="0">
                <a:pos x="996" y="109"/>
              </a:cxn>
            </a:cxnLst>
            <a:rect l="0" t="0" r="r" b="b"/>
            <a:pathLst>
              <a:path w="1041" h="109">
                <a:moveTo>
                  <a:pt x="996" y="109"/>
                </a:moveTo>
                <a:lnTo>
                  <a:pt x="499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9" y="0"/>
                </a:lnTo>
                <a:lnTo>
                  <a:pt x="996" y="0"/>
                </a:lnTo>
                <a:lnTo>
                  <a:pt x="1041" y="54"/>
                </a:lnTo>
                <a:lnTo>
                  <a:pt x="996" y="109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Freeform 792"/>
          <p:cNvSpPr/>
          <p:nvPr/>
        </p:nvSpPr>
        <p:spPr bwMode="auto">
          <a:xfrm>
            <a:off x="5808677" y="1800463"/>
            <a:ext cx="2384821" cy="596529"/>
          </a:xfrm>
          <a:custGeom>
            <a:avLst/>
            <a:gdLst/>
            <a:ahLst/>
            <a:cxnLst>
              <a:cxn ang="0">
                <a:pos x="996" y="109"/>
              </a:cxn>
              <a:cxn ang="0">
                <a:pos x="497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7" y="0"/>
              </a:cxn>
              <a:cxn ang="0">
                <a:pos x="996" y="0"/>
              </a:cxn>
              <a:cxn ang="0">
                <a:pos x="1041" y="54"/>
              </a:cxn>
              <a:cxn ang="0">
                <a:pos x="996" y="109"/>
              </a:cxn>
            </a:cxnLst>
            <a:rect l="0" t="0" r="r" b="b"/>
            <a:pathLst>
              <a:path w="1041" h="109">
                <a:moveTo>
                  <a:pt x="996" y="109"/>
                </a:moveTo>
                <a:lnTo>
                  <a:pt x="497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7" y="0"/>
                </a:lnTo>
                <a:lnTo>
                  <a:pt x="996" y="0"/>
                </a:lnTo>
                <a:lnTo>
                  <a:pt x="1041" y="54"/>
                </a:lnTo>
                <a:lnTo>
                  <a:pt x="996" y="109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Freeform 793"/>
          <p:cNvSpPr/>
          <p:nvPr/>
        </p:nvSpPr>
        <p:spPr bwMode="auto">
          <a:xfrm>
            <a:off x="8045991" y="1800463"/>
            <a:ext cx="2377947" cy="596529"/>
          </a:xfrm>
          <a:custGeom>
            <a:avLst/>
            <a:gdLst/>
            <a:ahLst/>
            <a:cxnLst>
              <a:cxn ang="0">
                <a:pos x="993" y="109"/>
              </a:cxn>
              <a:cxn ang="0">
                <a:pos x="497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7" y="0"/>
              </a:cxn>
              <a:cxn ang="0">
                <a:pos x="993" y="0"/>
              </a:cxn>
              <a:cxn ang="0">
                <a:pos x="1038" y="54"/>
              </a:cxn>
              <a:cxn ang="0">
                <a:pos x="993" y="109"/>
              </a:cxn>
            </a:cxnLst>
            <a:rect l="0" t="0" r="r" b="b"/>
            <a:pathLst>
              <a:path w="1038" h="109">
                <a:moveTo>
                  <a:pt x="993" y="109"/>
                </a:moveTo>
                <a:lnTo>
                  <a:pt x="497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7" y="0"/>
                </a:lnTo>
                <a:lnTo>
                  <a:pt x="993" y="0"/>
                </a:lnTo>
                <a:lnTo>
                  <a:pt x="1038" y="54"/>
                </a:lnTo>
                <a:lnTo>
                  <a:pt x="993" y="109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Content Placeholder 2"/>
          <p:cNvSpPr txBox="1"/>
          <p:nvPr/>
        </p:nvSpPr>
        <p:spPr>
          <a:xfrm>
            <a:off x="1422024" y="3952790"/>
            <a:ext cx="2055002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</a:p>
        </p:txBody>
      </p:sp>
      <p:cxnSp>
        <p:nvCxnSpPr>
          <p:cNvPr id="75" name="Straight Connector 9"/>
          <p:cNvCxnSpPr/>
          <p:nvPr/>
        </p:nvCxnSpPr>
        <p:spPr>
          <a:xfrm>
            <a:off x="2449525" y="2528379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10"/>
          <p:cNvCxnSpPr/>
          <p:nvPr/>
        </p:nvCxnSpPr>
        <p:spPr>
          <a:xfrm>
            <a:off x="4604003" y="2528379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11"/>
          <p:cNvCxnSpPr/>
          <p:nvPr/>
        </p:nvCxnSpPr>
        <p:spPr>
          <a:xfrm>
            <a:off x="6870502" y="2528379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12"/>
          <p:cNvCxnSpPr/>
          <p:nvPr/>
        </p:nvCxnSpPr>
        <p:spPr>
          <a:xfrm>
            <a:off x="9094060" y="2528379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14"/>
          <p:cNvSpPr/>
          <p:nvPr/>
        </p:nvSpPr>
        <p:spPr>
          <a:xfrm>
            <a:off x="2038045" y="3059138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Arc 15"/>
          <p:cNvSpPr/>
          <p:nvPr/>
        </p:nvSpPr>
        <p:spPr>
          <a:xfrm>
            <a:off x="2038045" y="3059138"/>
            <a:ext cx="822960" cy="822960"/>
          </a:xfrm>
          <a:prstGeom prst="arc">
            <a:avLst>
              <a:gd name="adj1" fmla="val 13167232"/>
              <a:gd name="adj2" fmla="val 16466928"/>
            </a:avLst>
          </a:prstGeom>
          <a:ln w="793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Oval 16"/>
          <p:cNvSpPr/>
          <p:nvPr/>
        </p:nvSpPr>
        <p:spPr>
          <a:xfrm>
            <a:off x="4192523" y="3059138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Arc 17"/>
          <p:cNvSpPr/>
          <p:nvPr/>
        </p:nvSpPr>
        <p:spPr>
          <a:xfrm>
            <a:off x="4192523" y="3059138"/>
            <a:ext cx="822960" cy="822960"/>
          </a:xfrm>
          <a:prstGeom prst="arc">
            <a:avLst>
              <a:gd name="adj1" fmla="val 9206565"/>
              <a:gd name="adj2" fmla="val 16045990"/>
            </a:avLst>
          </a:prstGeom>
          <a:ln w="79375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Oval 18"/>
          <p:cNvSpPr/>
          <p:nvPr/>
        </p:nvSpPr>
        <p:spPr>
          <a:xfrm>
            <a:off x="6459022" y="3059138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Arc 19"/>
          <p:cNvSpPr/>
          <p:nvPr/>
        </p:nvSpPr>
        <p:spPr>
          <a:xfrm>
            <a:off x="6459022" y="3059138"/>
            <a:ext cx="822960" cy="822960"/>
          </a:xfrm>
          <a:prstGeom prst="arc">
            <a:avLst>
              <a:gd name="adj1" fmla="val 5584046"/>
              <a:gd name="adj2" fmla="val 16355650"/>
            </a:avLst>
          </a:prstGeom>
          <a:ln w="79375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Oval 20"/>
          <p:cNvSpPr/>
          <p:nvPr/>
        </p:nvSpPr>
        <p:spPr>
          <a:xfrm>
            <a:off x="8673399" y="3032963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Arc 21"/>
          <p:cNvSpPr/>
          <p:nvPr/>
        </p:nvSpPr>
        <p:spPr>
          <a:xfrm>
            <a:off x="8668319" y="3032963"/>
            <a:ext cx="822960" cy="822960"/>
          </a:xfrm>
          <a:prstGeom prst="arc">
            <a:avLst>
              <a:gd name="adj1" fmla="val 867854"/>
              <a:gd name="adj2" fmla="val 16404494"/>
            </a:avLst>
          </a:prstGeom>
          <a:ln w="79375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Box 27"/>
          <p:cNvSpPr txBox="1"/>
          <p:nvPr/>
        </p:nvSpPr>
        <p:spPr>
          <a:xfrm>
            <a:off x="1347977" y="1899426"/>
            <a:ext cx="23730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1-2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endParaRPr 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2" name="TextBox 28"/>
          <p:cNvSpPr txBox="1"/>
          <p:nvPr/>
        </p:nvSpPr>
        <p:spPr>
          <a:xfrm>
            <a:off x="3569032" y="1899426"/>
            <a:ext cx="229983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3-5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endParaRPr 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3" name="TextBox 29"/>
          <p:cNvSpPr txBox="1"/>
          <p:nvPr/>
        </p:nvSpPr>
        <p:spPr>
          <a:xfrm>
            <a:off x="5782638" y="1900061"/>
            <a:ext cx="229013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5-6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endParaRPr 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4" name="TextBox 30"/>
          <p:cNvSpPr txBox="1"/>
          <p:nvPr/>
        </p:nvSpPr>
        <p:spPr>
          <a:xfrm>
            <a:off x="8033293" y="1900061"/>
            <a:ext cx="227330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endParaRPr 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7" name="Content Placeholder 2"/>
          <p:cNvSpPr txBox="1"/>
          <p:nvPr/>
        </p:nvSpPr>
        <p:spPr>
          <a:xfrm>
            <a:off x="3923537" y="3952791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</a:t>
            </a:r>
          </a:p>
        </p:txBody>
      </p:sp>
      <p:sp>
        <p:nvSpPr>
          <p:cNvPr id="99" name="Content Placeholder 2"/>
          <p:cNvSpPr txBox="1"/>
          <p:nvPr/>
        </p:nvSpPr>
        <p:spPr>
          <a:xfrm>
            <a:off x="6161731" y="3952792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</a:p>
        </p:txBody>
      </p:sp>
      <p:sp>
        <p:nvSpPr>
          <p:cNvPr id="101" name="Content Placeholder 2"/>
          <p:cNvSpPr txBox="1"/>
          <p:nvPr/>
        </p:nvSpPr>
        <p:spPr>
          <a:xfrm>
            <a:off x="8395240" y="3952792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闭环</a:t>
            </a:r>
            <a:endParaRPr lang="en-US" sz="2000" b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Content Placeholder 2"/>
          <p:cNvSpPr txBox="1"/>
          <p:nvPr/>
        </p:nvSpPr>
        <p:spPr>
          <a:xfrm>
            <a:off x="9862365" y="3971970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/>
          </a:p>
        </p:txBody>
      </p:sp>
      <p:sp>
        <p:nvSpPr>
          <p:cNvPr id="105" name="Freeform 6"/>
          <p:cNvSpPr>
            <a:spLocks noChangeArrowheads="1"/>
          </p:cNvSpPr>
          <p:nvPr/>
        </p:nvSpPr>
        <p:spPr bwMode="auto">
          <a:xfrm>
            <a:off x="6661308" y="3313825"/>
            <a:ext cx="365760" cy="365760"/>
          </a:xfrm>
          <a:custGeom>
            <a:avLst/>
            <a:gdLst>
              <a:gd name="T0" fmla="*/ 425 w 444"/>
              <a:gd name="T1" fmla="*/ 17 h 435"/>
              <a:gd name="T2" fmla="*/ 425 w 444"/>
              <a:gd name="T3" fmla="*/ 17 h 435"/>
              <a:gd name="T4" fmla="*/ 345 w 444"/>
              <a:gd name="T5" fmla="*/ 35 h 435"/>
              <a:gd name="T6" fmla="*/ 0 w 444"/>
              <a:gd name="T7" fmla="*/ 222 h 435"/>
              <a:gd name="T8" fmla="*/ 195 w 444"/>
              <a:gd name="T9" fmla="*/ 248 h 435"/>
              <a:gd name="T10" fmla="*/ 221 w 444"/>
              <a:gd name="T11" fmla="*/ 434 h 435"/>
              <a:gd name="T12" fmla="*/ 399 w 444"/>
              <a:gd name="T13" fmla="*/ 89 h 435"/>
              <a:gd name="T14" fmla="*/ 425 w 444"/>
              <a:gd name="T15" fmla="*/ 17 h 435"/>
              <a:gd name="T16" fmla="*/ 381 w 444"/>
              <a:gd name="T17" fmla="*/ 62 h 435"/>
              <a:gd name="T18" fmla="*/ 381 w 444"/>
              <a:gd name="T19" fmla="*/ 62 h 435"/>
              <a:gd name="T20" fmla="*/ 239 w 444"/>
              <a:gd name="T21" fmla="*/ 319 h 435"/>
              <a:gd name="T22" fmla="*/ 230 w 444"/>
              <a:gd name="T23" fmla="*/ 204 h 435"/>
              <a:gd name="T24" fmla="*/ 381 w 444"/>
              <a:gd name="T25" fmla="*/ 62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4" h="435">
                <a:moveTo>
                  <a:pt x="425" y="17"/>
                </a:moveTo>
                <a:lnTo>
                  <a:pt x="425" y="17"/>
                </a:lnTo>
                <a:cubicBezTo>
                  <a:pt x="408" y="0"/>
                  <a:pt x="399" y="17"/>
                  <a:pt x="345" y="35"/>
                </a:cubicBezTo>
                <a:cubicBezTo>
                  <a:pt x="221" y="97"/>
                  <a:pt x="0" y="222"/>
                  <a:pt x="0" y="222"/>
                </a:cubicBezTo>
                <a:cubicBezTo>
                  <a:pt x="195" y="248"/>
                  <a:pt x="195" y="248"/>
                  <a:pt x="195" y="248"/>
                </a:cubicBezTo>
                <a:cubicBezTo>
                  <a:pt x="221" y="434"/>
                  <a:pt x="221" y="434"/>
                  <a:pt x="221" y="434"/>
                </a:cubicBezTo>
                <a:cubicBezTo>
                  <a:pt x="221" y="434"/>
                  <a:pt x="345" y="222"/>
                  <a:pt x="399" y="89"/>
                </a:cubicBezTo>
                <a:cubicBezTo>
                  <a:pt x="425" y="44"/>
                  <a:pt x="443" y="26"/>
                  <a:pt x="425" y="17"/>
                </a:cubicBezTo>
                <a:close/>
                <a:moveTo>
                  <a:pt x="381" y="62"/>
                </a:moveTo>
                <a:lnTo>
                  <a:pt x="381" y="62"/>
                </a:lnTo>
                <a:cubicBezTo>
                  <a:pt x="239" y="319"/>
                  <a:pt x="239" y="319"/>
                  <a:pt x="239" y="319"/>
                </a:cubicBezTo>
                <a:cubicBezTo>
                  <a:pt x="230" y="204"/>
                  <a:pt x="230" y="204"/>
                  <a:pt x="230" y="204"/>
                </a:cubicBezTo>
                <a:lnTo>
                  <a:pt x="381" y="6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Freeform 25"/>
          <p:cNvSpPr>
            <a:spLocks noChangeArrowheads="1"/>
          </p:cNvSpPr>
          <p:nvPr/>
        </p:nvSpPr>
        <p:spPr bwMode="auto">
          <a:xfrm>
            <a:off x="8905769" y="3236545"/>
            <a:ext cx="365760" cy="365760"/>
          </a:xfrm>
          <a:custGeom>
            <a:avLst/>
            <a:gdLst>
              <a:gd name="T0" fmla="*/ 195 w 346"/>
              <a:gd name="T1" fmla="*/ 0 h 479"/>
              <a:gd name="T2" fmla="*/ 195 w 346"/>
              <a:gd name="T3" fmla="*/ 0 h 479"/>
              <a:gd name="T4" fmla="*/ 160 w 346"/>
              <a:gd name="T5" fmla="*/ 0 h 479"/>
              <a:gd name="T6" fmla="*/ 160 w 346"/>
              <a:gd name="T7" fmla="*/ 328 h 479"/>
              <a:gd name="T8" fmla="*/ 80 w 346"/>
              <a:gd name="T9" fmla="*/ 328 h 479"/>
              <a:gd name="T10" fmla="*/ 10 w 346"/>
              <a:gd name="T11" fmla="*/ 425 h 479"/>
              <a:gd name="T12" fmla="*/ 124 w 346"/>
              <a:gd name="T13" fmla="*/ 461 h 479"/>
              <a:gd name="T14" fmla="*/ 195 w 346"/>
              <a:gd name="T15" fmla="*/ 372 h 479"/>
              <a:gd name="T16" fmla="*/ 195 w 346"/>
              <a:gd name="T17" fmla="*/ 106 h 479"/>
              <a:gd name="T18" fmla="*/ 257 w 346"/>
              <a:gd name="T19" fmla="*/ 230 h 479"/>
              <a:gd name="T20" fmla="*/ 275 w 346"/>
              <a:gd name="T21" fmla="*/ 230 h 479"/>
              <a:gd name="T22" fmla="*/ 195 w 346"/>
              <a:gd name="T23" fmla="*/ 0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479">
                <a:moveTo>
                  <a:pt x="195" y="0"/>
                </a:moveTo>
                <a:lnTo>
                  <a:pt x="195" y="0"/>
                </a:lnTo>
                <a:cubicBezTo>
                  <a:pt x="160" y="0"/>
                  <a:pt x="160" y="0"/>
                  <a:pt x="160" y="0"/>
                </a:cubicBezTo>
                <a:cubicBezTo>
                  <a:pt x="160" y="328"/>
                  <a:pt x="160" y="328"/>
                  <a:pt x="160" y="328"/>
                </a:cubicBezTo>
                <a:cubicBezTo>
                  <a:pt x="133" y="319"/>
                  <a:pt x="107" y="319"/>
                  <a:pt x="80" y="328"/>
                </a:cubicBezTo>
                <a:cubicBezTo>
                  <a:pt x="26" y="346"/>
                  <a:pt x="0" y="390"/>
                  <a:pt x="10" y="425"/>
                </a:cubicBezTo>
                <a:cubicBezTo>
                  <a:pt x="26" y="461"/>
                  <a:pt x="71" y="478"/>
                  <a:pt x="124" y="461"/>
                </a:cubicBezTo>
                <a:cubicBezTo>
                  <a:pt x="169" y="443"/>
                  <a:pt x="195" y="408"/>
                  <a:pt x="195" y="372"/>
                </a:cubicBezTo>
                <a:cubicBezTo>
                  <a:pt x="195" y="106"/>
                  <a:pt x="195" y="106"/>
                  <a:pt x="195" y="106"/>
                </a:cubicBezTo>
                <a:cubicBezTo>
                  <a:pt x="266" y="124"/>
                  <a:pt x="266" y="212"/>
                  <a:pt x="257" y="230"/>
                </a:cubicBezTo>
                <a:cubicBezTo>
                  <a:pt x="257" y="239"/>
                  <a:pt x="266" y="248"/>
                  <a:pt x="275" y="230"/>
                </a:cubicBezTo>
                <a:cubicBezTo>
                  <a:pt x="345" y="115"/>
                  <a:pt x="195" y="62"/>
                  <a:pt x="195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Freeform 106"/>
          <p:cNvSpPr>
            <a:spLocks noChangeArrowheads="1"/>
          </p:cNvSpPr>
          <p:nvPr/>
        </p:nvSpPr>
        <p:spPr bwMode="auto">
          <a:xfrm>
            <a:off x="4455627" y="3292798"/>
            <a:ext cx="365760" cy="365760"/>
          </a:xfrm>
          <a:custGeom>
            <a:avLst/>
            <a:gdLst>
              <a:gd name="T0" fmla="*/ 35 w 355"/>
              <a:gd name="T1" fmla="*/ 497 h 506"/>
              <a:gd name="T2" fmla="*/ 35 w 355"/>
              <a:gd name="T3" fmla="*/ 497 h 506"/>
              <a:gd name="T4" fmla="*/ 70 w 355"/>
              <a:gd name="T5" fmla="*/ 381 h 506"/>
              <a:gd name="T6" fmla="*/ 203 w 355"/>
              <a:gd name="T7" fmla="*/ 310 h 506"/>
              <a:gd name="T8" fmla="*/ 132 w 355"/>
              <a:gd name="T9" fmla="*/ 284 h 506"/>
              <a:gd name="T10" fmla="*/ 292 w 355"/>
              <a:gd name="T11" fmla="*/ 194 h 506"/>
              <a:gd name="T12" fmla="*/ 194 w 355"/>
              <a:gd name="T13" fmla="*/ 168 h 506"/>
              <a:gd name="T14" fmla="*/ 327 w 355"/>
              <a:gd name="T15" fmla="*/ 133 h 506"/>
              <a:gd name="T16" fmla="*/ 345 w 355"/>
              <a:gd name="T17" fmla="*/ 44 h 506"/>
              <a:gd name="T18" fmla="*/ 248 w 355"/>
              <a:gd name="T19" fmla="*/ 0 h 506"/>
              <a:gd name="T20" fmla="*/ 159 w 355"/>
              <a:gd name="T21" fmla="*/ 124 h 506"/>
              <a:gd name="T22" fmla="*/ 168 w 355"/>
              <a:gd name="T23" fmla="*/ 18 h 506"/>
              <a:gd name="T24" fmla="*/ 70 w 355"/>
              <a:gd name="T25" fmla="*/ 106 h 506"/>
              <a:gd name="T26" fmla="*/ 61 w 355"/>
              <a:gd name="T27" fmla="*/ 301 h 506"/>
              <a:gd name="T28" fmla="*/ 8 w 355"/>
              <a:gd name="T29" fmla="*/ 213 h 506"/>
              <a:gd name="T30" fmla="*/ 35 w 355"/>
              <a:gd name="T31" fmla="*/ 363 h 506"/>
              <a:gd name="T32" fmla="*/ 8 w 355"/>
              <a:gd name="T33" fmla="*/ 478 h 506"/>
              <a:gd name="T34" fmla="*/ 35 w 355"/>
              <a:gd name="T35" fmla="*/ 497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55" h="506">
                <a:moveTo>
                  <a:pt x="35" y="497"/>
                </a:moveTo>
                <a:lnTo>
                  <a:pt x="35" y="497"/>
                </a:lnTo>
                <a:cubicBezTo>
                  <a:pt x="44" y="469"/>
                  <a:pt x="53" y="434"/>
                  <a:pt x="70" y="381"/>
                </a:cubicBezTo>
                <a:cubicBezTo>
                  <a:pt x="132" y="372"/>
                  <a:pt x="168" y="390"/>
                  <a:pt x="203" y="310"/>
                </a:cubicBezTo>
                <a:cubicBezTo>
                  <a:pt x="168" y="328"/>
                  <a:pt x="132" y="292"/>
                  <a:pt x="132" y="284"/>
                </a:cubicBezTo>
                <a:cubicBezTo>
                  <a:pt x="132" y="266"/>
                  <a:pt x="229" y="292"/>
                  <a:pt x="292" y="194"/>
                </a:cubicBezTo>
                <a:cubicBezTo>
                  <a:pt x="212" y="213"/>
                  <a:pt x="185" y="178"/>
                  <a:pt x="194" y="168"/>
                </a:cubicBezTo>
                <a:cubicBezTo>
                  <a:pt x="221" y="159"/>
                  <a:pt x="292" y="168"/>
                  <a:pt x="327" y="133"/>
                </a:cubicBezTo>
                <a:cubicBezTo>
                  <a:pt x="345" y="115"/>
                  <a:pt x="354" y="62"/>
                  <a:pt x="345" y="44"/>
                </a:cubicBezTo>
                <a:cubicBezTo>
                  <a:pt x="336" y="27"/>
                  <a:pt x="283" y="0"/>
                  <a:pt x="248" y="0"/>
                </a:cubicBezTo>
                <a:cubicBezTo>
                  <a:pt x="221" y="9"/>
                  <a:pt x="168" y="124"/>
                  <a:pt x="159" y="124"/>
                </a:cubicBezTo>
                <a:cubicBezTo>
                  <a:pt x="141" y="124"/>
                  <a:pt x="141" y="71"/>
                  <a:pt x="168" y="18"/>
                </a:cubicBezTo>
                <a:cubicBezTo>
                  <a:pt x="132" y="35"/>
                  <a:pt x="88" y="71"/>
                  <a:pt x="70" y="106"/>
                </a:cubicBezTo>
                <a:cubicBezTo>
                  <a:pt x="44" y="159"/>
                  <a:pt x="79" y="301"/>
                  <a:pt x="61" y="301"/>
                </a:cubicBezTo>
                <a:cubicBezTo>
                  <a:pt x="53" y="310"/>
                  <a:pt x="17" y="239"/>
                  <a:pt x="8" y="213"/>
                </a:cubicBezTo>
                <a:cubicBezTo>
                  <a:pt x="0" y="257"/>
                  <a:pt x="0" y="301"/>
                  <a:pt x="35" y="363"/>
                </a:cubicBezTo>
                <a:cubicBezTo>
                  <a:pt x="26" y="407"/>
                  <a:pt x="17" y="452"/>
                  <a:pt x="8" y="478"/>
                </a:cubicBezTo>
                <a:cubicBezTo>
                  <a:pt x="8" y="497"/>
                  <a:pt x="35" y="505"/>
                  <a:pt x="35" y="497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Freeform 115"/>
          <p:cNvSpPr>
            <a:spLocks noChangeArrowheads="1"/>
          </p:cNvSpPr>
          <p:nvPr/>
        </p:nvSpPr>
        <p:spPr bwMode="auto">
          <a:xfrm>
            <a:off x="2275745" y="3254161"/>
            <a:ext cx="365760" cy="432913"/>
          </a:xfrm>
          <a:custGeom>
            <a:avLst/>
            <a:gdLst>
              <a:gd name="T0" fmla="*/ 381 w 400"/>
              <a:gd name="T1" fmla="*/ 124 h 498"/>
              <a:gd name="T2" fmla="*/ 381 w 400"/>
              <a:gd name="T3" fmla="*/ 124 h 498"/>
              <a:gd name="T4" fmla="*/ 231 w 400"/>
              <a:gd name="T5" fmla="*/ 9 h 498"/>
              <a:gd name="T6" fmla="*/ 115 w 400"/>
              <a:gd name="T7" fmla="*/ 151 h 498"/>
              <a:gd name="T8" fmla="*/ 133 w 400"/>
              <a:gd name="T9" fmla="*/ 213 h 498"/>
              <a:gd name="T10" fmla="*/ 9 w 400"/>
              <a:gd name="T11" fmla="*/ 407 h 498"/>
              <a:gd name="T12" fmla="*/ 0 w 400"/>
              <a:gd name="T13" fmla="*/ 434 h 498"/>
              <a:gd name="T14" fmla="*/ 9 w 400"/>
              <a:gd name="T15" fmla="*/ 478 h 498"/>
              <a:gd name="T16" fmla="*/ 27 w 400"/>
              <a:gd name="T17" fmla="*/ 497 h 498"/>
              <a:gd name="T18" fmla="*/ 62 w 400"/>
              <a:gd name="T19" fmla="*/ 487 h 498"/>
              <a:gd name="T20" fmla="*/ 89 w 400"/>
              <a:gd name="T21" fmla="*/ 470 h 498"/>
              <a:gd name="T22" fmla="*/ 142 w 400"/>
              <a:gd name="T23" fmla="*/ 390 h 498"/>
              <a:gd name="T24" fmla="*/ 142 w 400"/>
              <a:gd name="T25" fmla="*/ 390 h 498"/>
              <a:gd name="T26" fmla="*/ 177 w 400"/>
              <a:gd name="T27" fmla="*/ 381 h 498"/>
              <a:gd name="T28" fmla="*/ 231 w 400"/>
              <a:gd name="T29" fmla="*/ 284 h 498"/>
              <a:gd name="T30" fmla="*/ 293 w 400"/>
              <a:gd name="T31" fmla="*/ 284 h 498"/>
              <a:gd name="T32" fmla="*/ 381 w 400"/>
              <a:gd name="T33" fmla="*/ 124 h 498"/>
              <a:gd name="T34" fmla="*/ 319 w 400"/>
              <a:gd name="T35" fmla="*/ 159 h 498"/>
              <a:gd name="T36" fmla="*/ 319 w 400"/>
              <a:gd name="T37" fmla="*/ 159 h 498"/>
              <a:gd name="T38" fmla="*/ 256 w 400"/>
              <a:gd name="T39" fmla="*/ 142 h 498"/>
              <a:gd name="T40" fmla="*/ 221 w 400"/>
              <a:gd name="T41" fmla="*/ 80 h 498"/>
              <a:gd name="T42" fmla="*/ 310 w 400"/>
              <a:gd name="T43" fmla="*/ 71 h 498"/>
              <a:gd name="T44" fmla="*/ 319 w 400"/>
              <a:gd name="T45" fmla="*/ 159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00" h="498">
                <a:moveTo>
                  <a:pt x="381" y="124"/>
                </a:moveTo>
                <a:lnTo>
                  <a:pt x="381" y="124"/>
                </a:lnTo>
                <a:cubicBezTo>
                  <a:pt x="372" y="44"/>
                  <a:pt x="301" y="0"/>
                  <a:pt x="231" y="9"/>
                </a:cubicBezTo>
                <a:cubicBezTo>
                  <a:pt x="159" y="27"/>
                  <a:pt x="106" y="80"/>
                  <a:pt x="115" y="151"/>
                </a:cubicBezTo>
                <a:cubicBezTo>
                  <a:pt x="115" y="168"/>
                  <a:pt x="124" y="195"/>
                  <a:pt x="133" y="213"/>
                </a:cubicBezTo>
                <a:cubicBezTo>
                  <a:pt x="9" y="407"/>
                  <a:pt x="9" y="407"/>
                  <a:pt x="9" y="407"/>
                </a:cubicBezTo>
                <a:cubicBezTo>
                  <a:pt x="0" y="407"/>
                  <a:pt x="0" y="425"/>
                  <a:pt x="0" y="434"/>
                </a:cubicBezTo>
                <a:cubicBezTo>
                  <a:pt x="9" y="478"/>
                  <a:pt x="9" y="478"/>
                  <a:pt x="9" y="478"/>
                </a:cubicBezTo>
                <a:cubicBezTo>
                  <a:pt x="9" y="487"/>
                  <a:pt x="18" y="497"/>
                  <a:pt x="27" y="497"/>
                </a:cubicBezTo>
                <a:cubicBezTo>
                  <a:pt x="62" y="487"/>
                  <a:pt x="62" y="487"/>
                  <a:pt x="62" y="487"/>
                </a:cubicBezTo>
                <a:cubicBezTo>
                  <a:pt x="71" y="487"/>
                  <a:pt x="80" y="478"/>
                  <a:pt x="89" y="470"/>
                </a:cubicBezTo>
                <a:cubicBezTo>
                  <a:pt x="142" y="390"/>
                  <a:pt x="142" y="390"/>
                  <a:pt x="142" y="390"/>
                </a:cubicBezTo>
                <a:lnTo>
                  <a:pt x="142" y="390"/>
                </a:lnTo>
                <a:cubicBezTo>
                  <a:pt x="177" y="381"/>
                  <a:pt x="177" y="381"/>
                  <a:pt x="177" y="381"/>
                </a:cubicBezTo>
                <a:cubicBezTo>
                  <a:pt x="231" y="284"/>
                  <a:pt x="231" y="284"/>
                  <a:pt x="231" y="284"/>
                </a:cubicBezTo>
                <a:cubicBezTo>
                  <a:pt x="248" y="293"/>
                  <a:pt x="284" y="284"/>
                  <a:pt x="293" y="284"/>
                </a:cubicBezTo>
                <a:cubicBezTo>
                  <a:pt x="363" y="275"/>
                  <a:pt x="399" y="195"/>
                  <a:pt x="381" y="124"/>
                </a:cubicBezTo>
                <a:close/>
                <a:moveTo>
                  <a:pt x="319" y="159"/>
                </a:moveTo>
                <a:lnTo>
                  <a:pt x="319" y="159"/>
                </a:lnTo>
                <a:cubicBezTo>
                  <a:pt x="301" y="187"/>
                  <a:pt x="284" y="168"/>
                  <a:pt x="256" y="142"/>
                </a:cubicBezTo>
                <a:cubicBezTo>
                  <a:pt x="231" y="124"/>
                  <a:pt x="203" y="115"/>
                  <a:pt x="221" y="80"/>
                </a:cubicBezTo>
                <a:cubicBezTo>
                  <a:pt x="240" y="53"/>
                  <a:pt x="284" y="44"/>
                  <a:pt x="310" y="71"/>
                </a:cubicBezTo>
                <a:cubicBezTo>
                  <a:pt x="337" y="89"/>
                  <a:pt x="346" y="133"/>
                  <a:pt x="319" y="1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1348571" y="4411217"/>
            <a:ext cx="22256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确定 Rust 内核路线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 Linux ABI 边界</a:t>
            </a: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双架构并行推进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3569166" y="4411217"/>
            <a:ext cx="22390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 / 调度 / VM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VFS / 设备模型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基础用户态运行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Content Placeholder 2"/>
          <p:cNvSpPr txBox="1"/>
          <p:nvPr/>
        </p:nvSpPr>
        <p:spPr>
          <a:xfrm>
            <a:off x="5809445" y="4402327"/>
            <a:ext cx="2350029" cy="1205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LTP 语义补齐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真实负载驱动修正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缓存与挂载路径完善</a:t>
            </a: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Content Placeholder 2"/>
          <p:cNvSpPr txBox="1"/>
          <p:nvPr/>
        </p:nvSpPr>
        <p:spPr>
          <a:xfrm>
            <a:off x="8046551" y="4402327"/>
            <a:ext cx="2530918" cy="1205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RFC / devlog / register</a:t>
            </a:r>
            <a:endParaRPr lang="en-US" altLang="zh-CN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代码审查与验证回写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报告与答辩材料收束</a:t>
            </a:r>
          </a:p>
        </p:txBody>
      </p:sp>
      <p:sp>
        <p:nvSpPr>
          <p:cNvPr id="2" name="Content Placeholder 2"/>
          <p:cNvSpPr txBox="1"/>
          <p:nvPr/>
        </p:nvSpPr>
        <p:spPr>
          <a:xfrm>
            <a:off x="9748173" y="4125310"/>
            <a:ext cx="1982470" cy="2154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accent6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116" name="NavActive 开发历程"/>
          <p:cNvSpPr/>
          <p:nvPr/>
        </p:nvSpPr>
        <p:spPr>
          <a:xfrm>
            <a:off x="4638083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17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123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124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125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126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127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7292" y="1016779"/>
            <a:ext cx="48990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为什么坚持从零设计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8010" y="1871980"/>
            <a:ext cx="29337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边界选择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66800" y="2440940"/>
            <a:ext cx="8641080" cy="1069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避免继承历史包袱；Linux ABI 兼容停留在 syscall / UAPI 边界层；内部对象按 Anemone 自己的 owner boundary 组织</a:t>
            </a:r>
            <a:endParaRPr 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70000"/>
              </a:lnSpc>
              <a:buFont typeface="Arial" panose="020B0604020202020204" pitchFamily="34" charset="0"/>
              <a:buNone/>
            </a:pPr>
            <a:endParaRPr 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8010" y="4027805"/>
            <a:ext cx="29337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工程收益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6799" y="4596765"/>
            <a:ext cx="8936449" cy="1069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核心对象、HAL、VFS 和设备模型可以围绕 Rust 所有权与单一真相源设计；调试、审查和后续演进路径更清楚</a:t>
            </a:r>
          </a:p>
          <a:p>
            <a:pPr indent="0">
              <a:lnSpc>
                <a:spcPct val="170000"/>
              </a:lnSpc>
              <a:buFont typeface="Arial" panose="020B0604020202020204" pitchFamily="34" charset="0"/>
              <a:buNone/>
            </a:pPr>
            <a:endParaRPr lang="zh-CN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NavActive 设计主线"/>
          <p:cNvSpPr/>
          <p:nvPr/>
        </p:nvSpPr>
        <p:spPr>
          <a:xfrm>
            <a:off x="6044316" y="0"/>
            <a:ext cx="1406234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5" grpId="0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825032" y="2809186"/>
            <a:ext cx="25419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设计主线</a:t>
            </a:r>
            <a:endParaRPr lang="en-US" altLang="zh-CN" sz="4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B8D0C5-94E8-532F-79E3-8CB1235A6FAB}"/>
              </a:ext>
            </a:extLst>
          </p:cNvPr>
          <p:cNvSpPr txBox="1"/>
          <p:nvPr/>
        </p:nvSpPr>
        <p:spPr>
          <a:xfrm>
            <a:off x="4129755" y="3768183"/>
            <a:ext cx="3932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边界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契约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所有权</a:t>
            </a:r>
            <a:endParaRPr lang="zh-CN" altLang="en-US" sz="3200" dirty="0"/>
          </a:p>
        </p:txBody>
      </p:sp>
      <p:sp>
        <p:nvSpPr>
          <p:cNvPr id="33" name="NavActive 设计主线"/>
          <p:cNvSpPr/>
          <p:nvPr/>
        </p:nvSpPr>
        <p:spPr>
          <a:xfrm>
            <a:off x="6044316" y="0"/>
            <a:ext cx="1406234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7292" y="1022494"/>
            <a:ext cx="3869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ABI 与内部对象分层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6745" y="1809750"/>
            <a:ext cx="29337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ABI 边界兼容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266817" y="1745247"/>
            <a:ext cx="5454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syscall / UAPI / errno / flag 是对外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的协议，它们不下沉到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Anemone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6745" y="2619375"/>
            <a:ext cx="105479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内部对象模型不复刻Linux源码结构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，而是自行设计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6745" y="3438465"/>
            <a:ext cx="105479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 </a:t>
            </a:r>
            <a:r>
              <a:rPr 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进程、文件、地址空间和设备以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Anemone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的协议</a:t>
            </a:r>
            <a:r>
              <a:rPr 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组织状态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2682" y="4342529"/>
            <a:ext cx="105479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 </a:t>
            </a:r>
            <a:r>
              <a:rPr lang="zh-CN" altLang="en-US" sz="20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兼容逻辑在边界层隔离，核心机制保持</a:t>
            </a:r>
            <a:r>
              <a:rPr lang="en-US" altLang="zh-CN" sz="20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Anemone</a:t>
            </a:r>
            <a:r>
              <a:rPr lang="zh-CN" altLang="en-US" sz="20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原生对象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713BA4C-4DFA-409F-B130-D711ED3CFEE9}"/>
              </a:ext>
            </a:extLst>
          </p:cNvPr>
          <p:cNvSpPr txBox="1"/>
          <p:nvPr/>
        </p:nvSpPr>
        <p:spPr>
          <a:xfrm>
            <a:off x="626744" y="5246593"/>
            <a:ext cx="10547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 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收益：ABI语义可解释，内部实现可审查、可重构、可扩展</a:t>
            </a:r>
          </a:p>
        </p:txBody>
      </p:sp>
      <p:sp>
        <p:nvSpPr>
          <p:cNvPr id="33" name="NavActive 设计主线"/>
          <p:cNvSpPr/>
          <p:nvPr/>
        </p:nvSpPr>
        <p:spPr>
          <a:xfrm>
            <a:off x="6044316" y="0"/>
            <a:ext cx="1406234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  <p:extLst>
      <p:ext uri="{BB962C8B-B14F-4D97-AF65-F5344CB8AC3E}">
        <p14:creationId xmlns:p14="http://schemas.microsoft.com/office/powerpoint/2010/main" val="5486636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14" grpId="0"/>
      <p:bldP spid="14" grpId="1"/>
      <p:bldP spid="15" grpId="0"/>
      <p:bldP spid="15" grpId="1"/>
      <p:bldP spid="23" grpId="0"/>
      <p:bldP spid="2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BD296-19DE-B2E5-3F49-F3AD2389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3E65660F-EDA8-926A-4F4E-8BABD7E9D048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A029BECF-78B1-F552-4642-475409AED9D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9BE7ACD-E9D6-8465-4935-0FA0B6A51B31}"/>
              </a:ext>
            </a:extLst>
          </p:cNvPr>
          <p:cNvSpPr txBox="1"/>
          <p:nvPr/>
        </p:nvSpPr>
        <p:spPr>
          <a:xfrm>
            <a:off x="117292" y="1022494"/>
            <a:ext cx="3869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ABI 与内部对象分层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0D78F0-C65E-0D0F-F92B-2489437601D1}"/>
              </a:ext>
            </a:extLst>
          </p:cNvPr>
          <p:cNvSpPr txBox="1"/>
          <p:nvPr/>
        </p:nvSpPr>
        <p:spPr>
          <a:xfrm>
            <a:off x="535492" y="1776208"/>
            <a:ext cx="27955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syscall / UAPI / errno / flag 是对外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的协议，它们不下沉到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Anemone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7F1C6A-DEBA-55C2-1C18-3A6CABF7D8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556" y="1725917"/>
            <a:ext cx="7485319" cy="4446279"/>
          </a:xfrm>
          <a:prstGeom prst="rect">
            <a:avLst/>
          </a:prstGeom>
        </p:spPr>
      </p:pic>
      <p:sp>
        <p:nvSpPr>
          <p:cNvPr id="33" name="NavActive 设计主线"/>
          <p:cNvSpPr/>
          <p:nvPr/>
        </p:nvSpPr>
        <p:spPr>
          <a:xfrm>
            <a:off x="6044316" y="0"/>
            <a:ext cx="1406234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  <p:extLst>
      <p:ext uri="{BB962C8B-B14F-4D97-AF65-F5344CB8AC3E}">
        <p14:creationId xmlns:p14="http://schemas.microsoft.com/office/powerpoint/2010/main" val="28987964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96447" y="3044279"/>
            <a:ext cx="24947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核心机制</a:t>
            </a:r>
            <a:endParaRPr lang="en-US" altLang="zh-CN" sz="4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F1CBA-40A3-D6DB-E438-34BC7EF7F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BD815769-A0FA-7787-6D8D-663EB336BE13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4D1D1517-90ED-B911-CA05-08CCFCC8487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079AB5A-BB4F-686C-72F2-49F09E4DEFE8}"/>
              </a:ext>
            </a:extLst>
          </p:cNvPr>
          <p:cNvSpPr txBox="1"/>
          <p:nvPr/>
        </p:nvSpPr>
        <p:spPr>
          <a:xfrm>
            <a:off x="222877" y="1040904"/>
            <a:ext cx="15327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VMO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5944B6-67D0-C0D2-98AD-384FAD7D67A5}"/>
              </a:ext>
            </a:extLst>
          </p:cNvPr>
          <p:cNvSpPr txBox="1"/>
          <p:nvPr/>
        </p:nvSpPr>
        <p:spPr>
          <a:xfrm>
            <a:off x="391887" y="1813028"/>
            <a:ext cx="4114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404040"/>
                </a:solidFill>
                <a:effectLst/>
                <a:latin typeface="quote-cjk-patch"/>
              </a:rPr>
              <a:t>- 以 VMO / backing object 组织匿名页、文件映射、COW 与 SysV shm</a:t>
            </a:r>
            <a:endParaRPr lang="en-US" altLang="zh-CN" sz="2400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3804B8-7F28-DA6A-1E1E-9A9CF98A50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566" y="1564124"/>
            <a:ext cx="4882385" cy="3945244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  <p:extLst>
      <p:ext uri="{BB962C8B-B14F-4D97-AF65-F5344CB8AC3E}">
        <p14:creationId xmlns:p14="http://schemas.microsoft.com/office/powerpoint/2010/main" val="174804967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2877" y="1040904"/>
            <a:ext cx="15327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VMO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6BFD58-5BD1-4D0F-9AC7-D682BB058420}"/>
              </a:ext>
            </a:extLst>
          </p:cNvPr>
          <p:cNvSpPr txBox="1"/>
          <p:nvPr/>
        </p:nvSpPr>
        <p:spPr>
          <a:xfrm>
            <a:off x="391887" y="1813028"/>
            <a:ext cx="41563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04040"/>
                </a:solidFill>
                <a:latin typeface="quote-cjk-patch"/>
              </a:rPr>
              <a:t>-  fork </a:t>
            </a:r>
            <a:r>
              <a:rPr lang="en-US" altLang="zh-CN" sz="2400" dirty="0" err="1">
                <a:solidFill>
                  <a:srgbClr val="404040"/>
                </a:solidFill>
                <a:latin typeface="quote-cjk-patch"/>
              </a:rPr>
              <a:t>后通过</a:t>
            </a:r>
            <a:r>
              <a:rPr lang="en-US" altLang="zh-CN" sz="2400" dirty="0">
                <a:solidFill>
                  <a:srgbClr val="404040"/>
                </a:solidFill>
                <a:latin typeface="quote-cjk-patch"/>
              </a:rPr>
              <a:t> COW </a:t>
            </a:r>
            <a:r>
              <a:rPr lang="en-US" altLang="zh-CN" sz="2400" dirty="0" err="1">
                <a:solidFill>
                  <a:srgbClr val="404040"/>
                </a:solidFill>
                <a:latin typeface="quote-cjk-patch"/>
              </a:rPr>
              <a:t>延迟复制</a:t>
            </a:r>
            <a:r>
              <a:rPr lang="en-US" altLang="zh-CN" sz="2400" dirty="0">
                <a:solidFill>
                  <a:srgbClr val="404040"/>
                </a:solidFill>
                <a:latin typeface="quote-cjk-patch"/>
              </a:rPr>
              <a:t>，</a:t>
            </a:r>
            <a:r>
              <a:rPr lang="zh-CN" altLang="en-US" sz="2400" dirty="0">
                <a:solidFill>
                  <a:srgbClr val="404040"/>
                </a:solidFill>
                <a:latin typeface="quote-cjk-patch"/>
              </a:rPr>
              <a:t>匿名</a:t>
            </a:r>
            <a:r>
              <a:rPr lang="en-US" altLang="zh-CN" sz="2400" dirty="0">
                <a:solidFill>
                  <a:srgbClr val="404040"/>
                </a:solidFill>
                <a:latin typeface="quote-cjk-patch"/>
              </a:rPr>
              <a:t>VMO</a:t>
            </a:r>
            <a:r>
              <a:rPr lang="zh-CN" altLang="en-US" sz="2400" dirty="0">
                <a:solidFill>
                  <a:srgbClr val="404040"/>
                </a:solidFill>
                <a:latin typeface="quote-cjk-patch"/>
              </a:rPr>
              <a:t>允许全局只读零页共享</a:t>
            </a:r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D94482F-5C1E-93D9-0FE2-D3B733A537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500" y="1941026"/>
            <a:ext cx="8316098" cy="3925299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2877" y="1040904"/>
            <a:ext cx="1517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堆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6BFD58-5BD1-4D0F-9AC7-D682BB058420}"/>
              </a:ext>
            </a:extLst>
          </p:cNvPr>
          <p:cNvSpPr txBox="1"/>
          <p:nvPr/>
        </p:nvSpPr>
        <p:spPr>
          <a:xfrm>
            <a:off x="391887" y="1813028"/>
            <a:ext cx="1135017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404040"/>
                </a:solidFill>
                <a:effectLst/>
                <a:latin typeface="quote-cjk-patch"/>
              </a:rPr>
              <a:t>- 自研 buddy-system crate 服务页分配与内核堆扩展，不把页分配器绑死在堆实现上</a:t>
            </a:r>
            <a:endParaRPr lang="en-US" altLang="zh-CN" sz="24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r>
              <a:rPr lang="en-US" altLang="zh-CN" sz="2400" dirty="0">
                <a:solidFill>
                  <a:srgbClr val="404040"/>
                </a:solidFill>
                <a:latin typeface="quote-cjk-patch"/>
              </a:rPr>
              <a:t>-  Anemone </a:t>
            </a:r>
            <a:r>
              <a:rPr lang="en-US" altLang="zh-CN" sz="2400" dirty="0" err="1">
                <a:solidFill>
                  <a:srgbClr val="404040"/>
                </a:solidFill>
                <a:latin typeface="quote-cjk-patch"/>
              </a:rPr>
              <a:t>采用侵入式元数据：管理信息存放在被管理内存中</a:t>
            </a:r>
            <a:r>
              <a:rPr lang="en-US" altLang="zh-CN" sz="2400" dirty="0">
                <a:solidFill>
                  <a:srgbClr val="404040"/>
                </a:solidFill>
                <a:latin typeface="quote-cjk-patch"/>
              </a:rPr>
              <a:t>，</a:t>
            </a:r>
          </a:p>
          <a:p>
            <a:r>
              <a:rPr lang="en-US" altLang="zh-CN" sz="2400" dirty="0">
                <a:solidFill>
                  <a:srgbClr val="404040"/>
                </a:solidFill>
                <a:latin typeface="quote-cjk-patch"/>
              </a:rPr>
              <a:t>   </a:t>
            </a:r>
            <a:r>
              <a:rPr lang="en-US" altLang="zh-CN" sz="2400" dirty="0" err="1">
                <a:solidFill>
                  <a:srgbClr val="404040"/>
                </a:solidFill>
                <a:latin typeface="quote-cjk-patch"/>
              </a:rPr>
              <a:t>打断</a:t>
            </a:r>
            <a:r>
              <a:rPr lang="en-US" altLang="zh-CN" sz="2400" dirty="0">
                <a:solidFill>
                  <a:srgbClr val="404040"/>
                </a:solidFill>
                <a:latin typeface="quote-cjk-patch"/>
              </a:rPr>
              <a:t> page allocator -&gt; heap 的反向依赖</a:t>
            </a:r>
            <a:endParaRPr lang="en-US" altLang="zh-CN" sz="24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endParaRPr lang="en-US" altLang="zh-CN" sz="24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pPr algn="l"/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pPr algn="l"/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endParaRPr lang="zh-CN" altLang="en-US" dirty="0"/>
          </a:p>
        </p:txBody>
      </p:sp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2877" y="1040904"/>
            <a:ext cx="1283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VFS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6BFD58-5BD1-4D0F-9AC7-D682BB058420}"/>
              </a:ext>
            </a:extLst>
          </p:cNvPr>
          <p:cNvSpPr txBox="1"/>
          <p:nvPr/>
        </p:nvSpPr>
        <p:spPr>
          <a:xfrm>
            <a:off x="391887" y="1813028"/>
            <a:ext cx="38951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404040"/>
                </a:solidFill>
                <a:effectLst/>
                <a:latin typeface="quote-cjk-patch"/>
              </a:rPr>
              <a:t>- VFS 把 filesystem、superblock、inode、dentry、file 与 path view 分层组织</a:t>
            </a:r>
            <a:endParaRPr lang="en-US" altLang="zh-CN" sz="2400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A3FB2A-C745-7390-63D9-14F7090F3A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616" y="1813028"/>
            <a:ext cx="6796094" cy="3797375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3B9FE-22D3-22E4-356F-7F7D5283C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83D37A91-DF11-70BF-347A-D4287A4C8AA6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A7158D72-23A8-E6AA-3836-14FB67086E4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934AF2E-FFC8-6B23-7E1F-37CA3F7F9245}"/>
              </a:ext>
            </a:extLst>
          </p:cNvPr>
          <p:cNvSpPr txBox="1"/>
          <p:nvPr/>
        </p:nvSpPr>
        <p:spPr>
          <a:xfrm>
            <a:off x="222877" y="1040904"/>
            <a:ext cx="1283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VFS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4BA6834-BEF4-5BF9-8F13-13E1C2963267}"/>
              </a:ext>
            </a:extLst>
          </p:cNvPr>
          <p:cNvSpPr txBox="1"/>
          <p:nvPr/>
        </p:nvSpPr>
        <p:spPr>
          <a:xfrm>
            <a:off x="391887" y="1813028"/>
            <a:ext cx="4102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04040"/>
                </a:solidFill>
                <a:latin typeface="quote-cjk-patch"/>
              </a:rPr>
              <a:t>- </a:t>
            </a:r>
            <a:r>
              <a:rPr lang="en-US" altLang="zh-CN" sz="2400" dirty="0" err="1">
                <a:solidFill>
                  <a:srgbClr val="404040"/>
                </a:solidFill>
                <a:latin typeface="quote-cjk-patch"/>
              </a:rPr>
              <a:t>打开路径时同时处理目录项、挂载点穿越、根目录和工作目录边界</a:t>
            </a:r>
            <a:endParaRPr lang="en-US" altLang="zh-CN" sz="2400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15FEF1-4560-EA7E-0CC3-2BA91BDFAE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749" y="1683087"/>
            <a:ext cx="4921396" cy="4772262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  <p:extLst>
      <p:ext uri="{BB962C8B-B14F-4D97-AF65-F5344CB8AC3E}">
        <p14:creationId xmlns:p14="http://schemas.microsoft.com/office/powerpoint/2010/main" val="149840020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2877" y="1040904"/>
            <a:ext cx="1517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缓存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6BFD58-5BD1-4D0F-9AC7-D682BB058420}"/>
              </a:ext>
            </a:extLst>
          </p:cNvPr>
          <p:cNvSpPr txBox="1"/>
          <p:nvPr/>
        </p:nvSpPr>
        <p:spPr>
          <a:xfrm>
            <a:off x="391887" y="1813028"/>
            <a:ext cx="1135017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404040"/>
                </a:solidFill>
                <a:effectLst/>
                <a:latin typeface="quote-cjk-patch"/>
              </a:rPr>
              <a:t>- icache 稳定 inode 身份，避免路径查找和打开过程重复构造后端对象</a:t>
            </a:r>
            <a:endParaRPr lang="en-US" altLang="zh-CN" sz="24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r>
              <a:rPr lang="en-US" altLang="zh-CN" sz="2400" dirty="0">
                <a:solidFill>
                  <a:srgbClr val="404040"/>
                </a:solidFill>
                <a:latin typeface="quote-cjk-patch"/>
              </a:rPr>
              <a:t>- 缓存回收围绕 inode、VMO 与页生命周期展开，而不是散落在具体读写路径中</a:t>
            </a:r>
            <a:endParaRPr lang="en-US" altLang="zh-CN" sz="24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endParaRPr lang="en-US" altLang="zh-CN" sz="24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pPr algn="l"/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pPr algn="l"/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28C3E5D-DC8A-79E7-BC9F-ADC000434B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23" y="3429000"/>
            <a:ext cx="10127960" cy="2265218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2877" y="1040904"/>
            <a:ext cx="1517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HAL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6BFD58-5BD1-4D0F-9AC7-D682BB058420}"/>
              </a:ext>
            </a:extLst>
          </p:cNvPr>
          <p:cNvSpPr txBox="1"/>
          <p:nvPr/>
        </p:nvSpPr>
        <p:spPr>
          <a:xfrm>
            <a:off x="391887" y="1813028"/>
            <a:ext cx="36872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404040"/>
                </a:solidFill>
                <a:effectLst/>
                <a:latin typeface="quote-cjk-patch"/>
              </a:rPr>
              <a:t>- 功能模块先定义自己需要的 HAL trait，而不是由架构层暴露一组大而全接口</a:t>
            </a:r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r>
              <a:rPr lang="en-US" altLang="zh-CN" sz="2400" dirty="0">
                <a:solidFill>
                  <a:srgbClr val="404040"/>
                </a:solidFill>
                <a:latin typeface="quote-cjk-patch"/>
              </a:rPr>
              <a:t>- trap、context、timer、interrupt 与 platform </a:t>
            </a:r>
            <a:r>
              <a:rPr lang="en-US" altLang="zh-CN" sz="2400" dirty="0" err="1">
                <a:solidFill>
                  <a:srgbClr val="404040"/>
                </a:solidFill>
                <a:latin typeface="quote-cjk-patch"/>
              </a:rPr>
              <a:t>差异被压在架构实现层</a:t>
            </a:r>
            <a:endParaRPr lang="en-US" altLang="zh-CN" sz="2400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E42BE8-35B8-8785-8EEC-50C7F4078F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014" y="1630357"/>
            <a:ext cx="7244448" cy="4034882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2877" y="1040904"/>
            <a:ext cx="1517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6BFD58-5BD1-4D0F-9AC7-D682BB058420}"/>
              </a:ext>
            </a:extLst>
          </p:cNvPr>
          <p:cNvSpPr txBox="1"/>
          <p:nvPr/>
        </p:nvSpPr>
        <p:spPr>
          <a:xfrm>
            <a:off x="391887" y="1813028"/>
            <a:ext cx="43270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404040"/>
                </a:solidFill>
                <a:effectLst/>
                <a:latin typeface="quote-cjk-patch"/>
              </a:rPr>
              <a:t>- bus 负责枚举、匹配与 probe，把平台或总线发现的对象交给驱动</a:t>
            </a:r>
            <a:endParaRPr lang="en-US" altLang="zh-CN" sz="24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endParaRPr lang="en-US" altLang="zh-CN" sz="2400" dirty="0">
              <a:solidFill>
                <a:srgbClr val="404040"/>
              </a:solidFill>
              <a:latin typeface="quote-cjk-patch"/>
            </a:endParaRPr>
          </a:p>
          <a:p>
            <a:r>
              <a:rPr lang="en-US" altLang="zh-CN" sz="2400" dirty="0">
                <a:solidFill>
                  <a:srgbClr val="404040"/>
                </a:solidFill>
                <a:latin typeface="quote-cjk-patch"/>
              </a:rPr>
              <a:t>- device </a:t>
            </a:r>
            <a:r>
              <a:rPr lang="en-US" altLang="zh-CN" sz="2400" dirty="0" err="1">
                <a:solidFill>
                  <a:srgbClr val="404040"/>
                </a:solidFill>
                <a:latin typeface="quote-cjk-patch"/>
              </a:rPr>
              <a:t>保存身份、状态和私有控制面，形成驱动与上层访问之间的稳定对象</a:t>
            </a:r>
            <a:endParaRPr lang="en-US" altLang="zh-CN" sz="2400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97D1447-47B0-C392-6613-A72C2011E3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793" y="1516623"/>
            <a:ext cx="5159872" cy="4780828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17373" y="1298752"/>
            <a:ext cx="3743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除此之外，还有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......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40714E8-FC79-452A-8C71-10E62FCD323D}"/>
              </a:ext>
            </a:extLst>
          </p:cNvPr>
          <p:cNvSpPr txBox="1"/>
          <p:nvPr/>
        </p:nvSpPr>
        <p:spPr>
          <a:xfrm>
            <a:off x="413010" y="1930827"/>
            <a:ext cx="7872095" cy="373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Event / Latch：统一阻塞、唤醒与可中断等待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signal / pipe / SysV IPC：覆盖常见进程间通信路径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timerfd / itimer：把时间对象接入等待、文件和信号机制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procfs 与系统可观测性：让运行状态可解释、可调试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  <p:extLst>
      <p:ext uri="{BB962C8B-B14F-4D97-AF65-F5344CB8AC3E}">
        <p14:creationId xmlns:p14="http://schemas.microsoft.com/office/powerpoint/2010/main" val="328837590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7292" y="1016779"/>
            <a:ext cx="48990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使用与工程控制面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8010" y="1871980"/>
            <a:ext cx="29337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参与范围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66800" y="2440940"/>
            <a:ext cx="8641080" cy="545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辅助文档表达、代码审查、日志分析、测例理解和调试假设生成</a:t>
            </a:r>
            <a:endParaRPr 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8010" y="3572971"/>
            <a:ext cx="29337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人工审查与回写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31517" y="4033346"/>
            <a:ext cx="8936449" cy="2115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70000"/>
              </a:lnSpc>
              <a:buFontTx/>
              <a:buChar char="-"/>
            </a:pPr>
            <a:r>
              <a:rPr 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 contract 回到 RFC、devlog、register、代码和验证结果；队员负责判断、修改、验证和答辩解释</a:t>
            </a:r>
            <a:endParaRPr lang="en-US" altLang="zh-CN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7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不是全盘接受，边界始终由我们掌控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——AI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只是加速器</a:t>
            </a:r>
            <a:endParaRPr lang="zh-CN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70000"/>
              </a:lnSpc>
              <a:buFont typeface="Arial" panose="020B0604020202020204" pitchFamily="34" charset="0"/>
              <a:buNone/>
            </a:pPr>
            <a:endParaRPr lang="zh-CN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NavActive AI使用"/>
          <p:cNvSpPr/>
          <p:nvPr/>
        </p:nvSpPr>
        <p:spPr>
          <a:xfrm>
            <a:off x="8856783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5" grpId="0"/>
      <p:bldP spid="5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117373" y="1084103"/>
            <a:ext cx="3590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工程闭环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9" name="Freeform 793"/>
          <p:cNvSpPr/>
          <p:nvPr/>
        </p:nvSpPr>
        <p:spPr bwMode="auto">
          <a:xfrm>
            <a:off x="9426652" y="1819640"/>
            <a:ext cx="2095769" cy="596529"/>
          </a:xfrm>
          <a:custGeom>
            <a:avLst/>
            <a:gdLst>
              <a:gd name="connsiteX0" fmla="*/ 9566 w 10000"/>
              <a:gd name="connsiteY0" fmla="*/ 10000 h 10000"/>
              <a:gd name="connsiteX1" fmla="*/ 4788 w 10000"/>
              <a:gd name="connsiteY1" fmla="*/ 10000 h 10000"/>
              <a:gd name="connsiteX2" fmla="*/ 0 w 10000"/>
              <a:gd name="connsiteY2" fmla="*/ 10000 h 10000"/>
              <a:gd name="connsiteX3" fmla="*/ 434 w 10000"/>
              <a:gd name="connsiteY3" fmla="*/ 4954 h 10000"/>
              <a:gd name="connsiteX4" fmla="*/ 0 w 10000"/>
              <a:gd name="connsiteY4" fmla="*/ 0 h 10000"/>
              <a:gd name="connsiteX5" fmla="*/ 4788 w 10000"/>
              <a:gd name="connsiteY5" fmla="*/ 0 h 10000"/>
              <a:gd name="connsiteX6" fmla="*/ 8990 w 10000"/>
              <a:gd name="connsiteY6" fmla="*/ 0 h 10000"/>
              <a:gd name="connsiteX7" fmla="*/ 10000 w 10000"/>
              <a:gd name="connsiteY7" fmla="*/ 4954 h 10000"/>
              <a:gd name="connsiteX8" fmla="*/ 9566 w 10000"/>
              <a:gd name="connsiteY8" fmla="*/ 10000 h 10000"/>
              <a:gd name="connsiteX0-1" fmla="*/ 8960 w 10000"/>
              <a:gd name="connsiteY0-2" fmla="*/ 10000 h 10000"/>
              <a:gd name="connsiteX1-3" fmla="*/ 4788 w 10000"/>
              <a:gd name="connsiteY1-4" fmla="*/ 10000 h 10000"/>
              <a:gd name="connsiteX2-5" fmla="*/ 0 w 10000"/>
              <a:gd name="connsiteY2-6" fmla="*/ 10000 h 10000"/>
              <a:gd name="connsiteX3-7" fmla="*/ 434 w 10000"/>
              <a:gd name="connsiteY3-8" fmla="*/ 4954 h 10000"/>
              <a:gd name="connsiteX4-9" fmla="*/ 0 w 10000"/>
              <a:gd name="connsiteY4-10" fmla="*/ 0 h 10000"/>
              <a:gd name="connsiteX5-11" fmla="*/ 4788 w 10000"/>
              <a:gd name="connsiteY5-12" fmla="*/ 0 h 10000"/>
              <a:gd name="connsiteX6-13" fmla="*/ 8990 w 10000"/>
              <a:gd name="connsiteY6-14" fmla="*/ 0 h 10000"/>
              <a:gd name="connsiteX7-15" fmla="*/ 10000 w 10000"/>
              <a:gd name="connsiteY7-16" fmla="*/ 4954 h 10000"/>
              <a:gd name="connsiteX8-17" fmla="*/ 8960 w 10000"/>
              <a:gd name="connsiteY8-18" fmla="*/ 10000 h 10000"/>
              <a:gd name="connsiteX0-19" fmla="*/ 8960 w 10000"/>
              <a:gd name="connsiteY0-20" fmla="*/ 10000 h 10000"/>
              <a:gd name="connsiteX1-21" fmla="*/ 4788 w 10000"/>
              <a:gd name="connsiteY1-22" fmla="*/ 10000 h 10000"/>
              <a:gd name="connsiteX2-23" fmla="*/ 0 w 10000"/>
              <a:gd name="connsiteY2-24" fmla="*/ 10000 h 10000"/>
              <a:gd name="connsiteX3-25" fmla="*/ 434 w 10000"/>
              <a:gd name="connsiteY3-26" fmla="*/ 4954 h 10000"/>
              <a:gd name="connsiteX4-27" fmla="*/ 0 w 10000"/>
              <a:gd name="connsiteY4-28" fmla="*/ 0 h 10000"/>
              <a:gd name="connsiteX5-29" fmla="*/ 4788 w 10000"/>
              <a:gd name="connsiteY5-30" fmla="*/ 0 h 10000"/>
              <a:gd name="connsiteX6-31" fmla="*/ 8990 w 10000"/>
              <a:gd name="connsiteY6-32" fmla="*/ 0 h 10000"/>
              <a:gd name="connsiteX7-33" fmla="*/ 10000 w 10000"/>
              <a:gd name="connsiteY7-34" fmla="*/ 4954 h 10000"/>
              <a:gd name="connsiteX8-35" fmla="*/ 8960 w 10000"/>
              <a:gd name="connsiteY8-36" fmla="*/ 10000 h 10000"/>
              <a:gd name="connsiteX0-37" fmla="*/ 8960 w 10000"/>
              <a:gd name="connsiteY0-38" fmla="*/ 10000 h 10000"/>
              <a:gd name="connsiteX1-39" fmla="*/ 4788 w 10000"/>
              <a:gd name="connsiteY1-40" fmla="*/ 10000 h 10000"/>
              <a:gd name="connsiteX2-41" fmla="*/ 0 w 10000"/>
              <a:gd name="connsiteY2-42" fmla="*/ 10000 h 10000"/>
              <a:gd name="connsiteX3-43" fmla="*/ 434 w 10000"/>
              <a:gd name="connsiteY3-44" fmla="*/ 4954 h 10000"/>
              <a:gd name="connsiteX4-45" fmla="*/ 0 w 10000"/>
              <a:gd name="connsiteY4-46" fmla="*/ 0 h 10000"/>
              <a:gd name="connsiteX5-47" fmla="*/ 4788 w 10000"/>
              <a:gd name="connsiteY5-48" fmla="*/ 0 h 10000"/>
              <a:gd name="connsiteX6-49" fmla="*/ 8990 w 10000"/>
              <a:gd name="connsiteY6-50" fmla="*/ 0 h 10000"/>
              <a:gd name="connsiteX7-51" fmla="*/ 10000 w 10000"/>
              <a:gd name="connsiteY7-52" fmla="*/ 4954 h 10000"/>
              <a:gd name="connsiteX8-53" fmla="*/ 8960 w 10000"/>
              <a:gd name="connsiteY8-54" fmla="*/ 1000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0000" h="10000">
                <a:moveTo>
                  <a:pt x="8960" y="10000"/>
                </a:moveTo>
                <a:lnTo>
                  <a:pt x="4788" y="10000"/>
                </a:lnTo>
                <a:lnTo>
                  <a:pt x="0" y="10000"/>
                </a:lnTo>
                <a:cubicBezTo>
                  <a:pt x="145" y="8318"/>
                  <a:pt x="289" y="6636"/>
                  <a:pt x="434" y="4954"/>
                </a:cubicBezTo>
                <a:cubicBezTo>
                  <a:pt x="289" y="3303"/>
                  <a:pt x="145" y="1651"/>
                  <a:pt x="0" y="0"/>
                </a:cubicBezTo>
                <a:lnTo>
                  <a:pt x="4788" y="0"/>
                </a:lnTo>
                <a:lnTo>
                  <a:pt x="8990" y="0"/>
                </a:lnTo>
                <a:lnTo>
                  <a:pt x="10000" y="4954"/>
                </a:lnTo>
                <a:cubicBezTo>
                  <a:pt x="9643" y="6636"/>
                  <a:pt x="9135" y="9010"/>
                  <a:pt x="8960" y="10000"/>
                </a:cubicBezTo>
                <a:close/>
              </a:path>
            </a:pathLst>
          </a:custGeom>
          <a:solidFill>
            <a:schemeClr val="accent6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Freeform 790"/>
          <p:cNvSpPr/>
          <p:nvPr/>
        </p:nvSpPr>
        <p:spPr bwMode="auto">
          <a:xfrm>
            <a:off x="467401" y="1819641"/>
            <a:ext cx="2373003" cy="596529"/>
          </a:xfrm>
          <a:custGeom>
            <a:avLst/>
            <a:gdLst>
              <a:gd name="connsiteX0" fmla="*/ 9568 w 10000"/>
              <a:gd name="connsiteY0" fmla="*/ 10000 h 10000"/>
              <a:gd name="connsiteX1" fmla="*/ 4793 w 10000"/>
              <a:gd name="connsiteY1" fmla="*/ 10000 h 10000"/>
              <a:gd name="connsiteX2" fmla="*/ 0 w 10000"/>
              <a:gd name="connsiteY2" fmla="*/ 10000 h 10000"/>
              <a:gd name="connsiteX3" fmla="*/ 1362 w 10000"/>
              <a:gd name="connsiteY3" fmla="*/ 4954 h 10000"/>
              <a:gd name="connsiteX4" fmla="*/ 0 w 10000"/>
              <a:gd name="connsiteY4" fmla="*/ 0 h 10000"/>
              <a:gd name="connsiteX5" fmla="*/ 4793 w 10000"/>
              <a:gd name="connsiteY5" fmla="*/ 0 h 10000"/>
              <a:gd name="connsiteX6" fmla="*/ 9568 w 10000"/>
              <a:gd name="connsiteY6" fmla="*/ 0 h 10000"/>
              <a:gd name="connsiteX7" fmla="*/ 10000 w 10000"/>
              <a:gd name="connsiteY7" fmla="*/ 4954 h 10000"/>
              <a:gd name="connsiteX8" fmla="*/ 9568 w 10000"/>
              <a:gd name="connsiteY8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0" h="10000">
                <a:moveTo>
                  <a:pt x="9568" y="10000"/>
                </a:moveTo>
                <a:lnTo>
                  <a:pt x="4793" y="10000"/>
                </a:lnTo>
                <a:lnTo>
                  <a:pt x="0" y="10000"/>
                </a:lnTo>
                <a:lnTo>
                  <a:pt x="1362" y="4954"/>
                </a:lnTo>
                <a:lnTo>
                  <a:pt x="0" y="0"/>
                </a:lnTo>
                <a:lnTo>
                  <a:pt x="4793" y="0"/>
                </a:lnTo>
                <a:lnTo>
                  <a:pt x="9568" y="0"/>
                </a:lnTo>
                <a:lnTo>
                  <a:pt x="10000" y="4954"/>
                </a:lnTo>
                <a:lnTo>
                  <a:pt x="9568" y="1000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Freeform 791"/>
          <p:cNvSpPr/>
          <p:nvPr/>
        </p:nvSpPr>
        <p:spPr bwMode="auto">
          <a:xfrm>
            <a:off x="2692901" y="1819641"/>
            <a:ext cx="2384821" cy="596529"/>
          </a:xfrm>
          <a:custGeom>
            <a:avLst/>
            <a:gdLst/>
            <a:ahLst/>
            <a:cxnLst>
              <a:cxn ang="0">
                <a:pos x="996" y="109"/>
              </a:cxn>
              <a:cxn ang="0">
                <a:pos x="499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9" y="0"/>
              </a:cxn>
              <a:cxn ang="0">
                <a:pos x="996" y="0"/>
              </a:cxn>
              <a:cxn ang="0">
                <a:pos x="1041" y="54"/>
              </a:cxn>
              <a:cxn ang="0">
                <a:pos x="996" y="109"/>
              </a:cxn>
            </a:cxnLst>
            <a:rect l="0" t="0" r="r" b="b"/>
            <a:pathLst>
              <a:path w="1041" h="109">
                <a:moveTo>
                  <a:pt x="996" y="109"/>
                </a:moveTo>
                <a:lnTo>
                  <a:pt x="499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9" y="0"/>
                </a:lnTo>
                <a:lnTo>
                  <a:pt x="996" y="0"/>
                </a:lnTo>
                <a:lnTo>
                  <a:pt x="1041" y="54"/>
                </a:lnTo>
                <a:lnTo>
                  <a:pt x="996" y="109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Freeform 792"/>
          <p:cNvSpPr/>
          <p:nvPr/>
        </p:nvSpPr>
        <p:spPr bwMode="auto">
          <a:xfrm>
            <a:off x="4928101" y="1819641"/>
            <a:ext cx="2384821" cy="596529"/>
          </a:xfrm>
          <a:custGeom>
            <a:avLst/>
            <a:gdLst/>
            <a:ahLst/>
            <a:cxnLst>
              <a:cxn ang="0">
                <a:pos x="996" y="109"/>
              </a:cxn>
              <a:cxn ang="0">
                <a:pos x="497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7" y="0"/>
              </a:cxn>
              <a:cxn ang="0">
                <a:pos x="996" y="0"/>
              </a:cxn>
              <a:cxn ang="0">
                <a:pos x="1041" y="54"/>
              </a:cxn>
              <a:cxn ang="0">
                <a:pos x="996" y="109"/>
              </a:cxn>
            </a:cxnLst>
            <a:rect l="0" t="0" r="r" b="b"/>
            <a:pathLst>
              <a:path w="1041" h="109">
                <a:moveTo>
                  <a:pt x="996" y="109"/>
                </a:moveTo>
                <a:lnTo>
                  <a:pt x="497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7" y="0"/>
                </a:lnTo>
                <a:lnTo>
                  <a:pt x="996" y="0"/>
                </a:lnTo>
                <a:lnTo>
                  <a:pt x="1041" y="54"/>
                </a:lnTo>
                <a:lnTo>
                  <a:pt x="996" y="109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Freeform 793"/>
          <p:cNvSpPr/>
          <p:nvPr/>
        </p:nvSpPr>
        <p:spPr bwMode="auto">
          <a:xfrm>
            <a:off x="7165415" y="1819641"/>
            <a:ext cx="2377947" cy="596529"/>
          </a:xfrm>
          <a:custGeom>
            <a:avLst/>
            <a:gdLst/>
            <a:ahLst/>
            <a:cxnLst>
              <a:cxn ang="0">
                <a:pos x="993" y="109"/>
              </a:cxn>
              <a:cxn ang="0">
                <a:pos x="497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7" y="0"/>
              </a:cxn>
              <a:cxn ang="0">
                <a:pos x="993" y="0"/>
              </a:cxn>
              <a:cxn ang="0">
                <a:pos x="1038" y="54"/>
              </a:cxn>
              <a:cxn ang="0">
                <a:pos x="993" y="109"/>
              </a:cxn>
            </a:cxnLst>
            <a:rect l="0" t="0" r="r" b="b"/>
            <a:pathLst>
              <a:path w="1038" h="109">
                <a:moveTo>
                  <a:pt x="993" y="109"/>
                </a:moveTo>
                <a:lnTo>
                  <a:pt x="497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7" y="0"/>
                </a:lnTo>
                <a:lnTo>
                  <a:pt x="993" y="0"/>
                </a:lnTo>
                <a:lnTo>
                  <a:pt x="1038" y="54"/>
                </a:lnTo>
                <a:lnTo>
                  <a:pt x="993" y="109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Content Placeholder 2"/>
          <p:cNvSpPr txBox="1"/>
          <p:nvPr/>
        </p:nvSpPr>
        <p:spPr>
          <a:xfrm>
            <a:off x="541448" y="3971968"/>
            <a:ext cx="2055002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</a:p>
        </p:txBody>
      </p:sp>
      <p:cxnSp>
        <p:nvCxnSpPr>
          <p:cNvPr id="75" name="Straight Connector 9"/>
          <p:cNvCxnSpPr/>
          <p:nvPr/>
        </p:nvCxnSpPr>
        <p:spPr>
          <a:xfrm>
            <a:off x="1568949" y="2547557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10"/>
          <p:cNvCxnSpPr/>
          <p:nvPr/>
        </p:nvCxnSpPr>
        <p:spPr>
          <a:xfrm>
            <a:off x="3723427" y="2547557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11"/>
          <p:cNvCxnSpPr/>
          <p:nvPr/>
        </p:nvCxnSpPr>
        <p:spPr>
          <a:xfrm>
            <a:off x="5989926" y="2547557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12"/>
          <p:cNvCxnSpPr/>
          <p:nvPr/>
        </p:nvCxnSpPr>
        <p:spPr>
          <a:xfrm>
            <a:off x="8213484" y="2547557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13"/>
          <p:cNvCxnSpPr/>
          <p:nvPr/>
        </p:nvCxnSpPr>
        <p:spPr>
          <a:xfrm>
            <a:off x="10532917" y="2547557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14"/>
          <p:cNvSpPr/>
          <p:nvPr/>
        </p:nvSpPr>
        <p:spPr>
          <a:xfrm>
            <a:off x="1157469" y="3078316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Arc 15"/>
          <p:cNvSpPr/>
          <p:nvPr/>
        </p:nvSpPr>
        <p:spPr>
          <a:xfrm>
            <a:off x="1157469" y="3078316"/>
            <a:ext cx="822960" cy="822960"/>
          </a:xfrm>
          <a:prstGeom prst="arc">
            <a:avLst>
              <a:gd name="adj1" fmla="val 13167232"/>
              <a:gd name="adj2" fmla="val 16466928"/>
            </a:avLst>
          </a:prstGeom>
          <a:ln w="793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Oval 16"/>
          <p:cNvSpPr/>
          <p:nvPr/>
        </p:nvSpPr>
        <p:spPr>
          <a:xfrm>
            <a:off x="3311947" y="3078316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Arc 17"/>
          <p:cNvSpPr/>
          <p:nvPr/>
        </p:nvSpPr>
        <p:spPr>
          <a:xfrm>
            <a:off x="3311947" y="3078316"/>
            <a:ext cx="822960" cy="822960"/>
          </a:xfrm>
          <a:prstGeom prst="arc">
            <a:avLst>
              <a:gd name="adj1" fmla="val 9206565"/>
              <a:gd name="adj2" fmla="val 16045990"/>
            </a:avLst>
          </a:prstGeom>
          <a:ln w="79375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Oval 18"/>
          <p:cNvSpPr/>
          <p:nvPr/>
        </p:nvSpPr>
        <p:spPr>
          <a:xfrm>
            <a:off x="5578446" y="3078316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Arc 19"/>
          <p:cNvSpPr/>
          <p:nvPr/>
        </p:nvSpPr>
        <p:spPr>
          <a:xfrm>
            <a:off x="5578446" y="3078316"/>
            <a:ext cx="822960" cy="822960"/>
          </a:xfrm>
          <a:prstGeom prst="arc">
            <a:avLst>
              <a:gd name="adj1" fmla="val 5584046"/>
              <a:gd name="adj2" fmla="val 16355650"/>
            </a:avLst>
          </a:prstGeom>
          <a:ln w="79375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Oval 20"/>
          <p:cNvSpPr/>
          <p:nvPr/>
        </p:nvSpPr>
        <p:spPr>
          <a:xfrm>
            <a:off x="7792823" y="3052141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Arc 21"/>
          <p:cNvSpPr/>
          <p:nvPr/>
        </p:nvSpPr>
        <p:spPr>
          <a:xfrm>
            <a:off x="7787743" y="3052141"/>
            <a:ext cx="822960" cy="822960"/>
          </a:xfrm>
          <a:prstGeom prst="arc">
            <a:avLst>
              <a:gd name="adj1" fmla="val 867854"/>
              <a:gd name="adj2" fmla="val 16404494"/>
            </a:avLst>
          </a:prstGeom>
          <a:ln w="79375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8" name="Group 22"/>
          <p:cNvGrpSpPr/>
          <p:nvPr/>
        </p:nvGrpSpPr>
        <p:grpSpPr>
          <a:xfrm>
            <a:off x="10121437" y="3052141"/>
            <a:ext cx="822960" cy="822960"/>
            <a:chOff x="10157621" y="3837155"/>
            <a:chExt cx="822960" cy="822960"/>
          </a:xfrm>
        </p:grpSpPr>
        <p:sp>
          <p:nvSpPr>
            <p:cNvPr id="110" name="Oval 23"/>
            <p:cNvSpPr/>
            <p:nvPr/>
          </p:nvSpPr>
          <p:spPr>
            <a:xfrm>
              <a:off x="10157621" y="3837155"/>
              <a:ext cx="822960" cy="822960"/>
            </a:xfrm>
            <a:prstGeom prst="ellipse">
              <a:avLst/>
            </a:prstGeom>
            <a:noFill/>
            <a:ln w="793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Arc 24"/>
            <p:cNvSpPr/>
            <p:nvPr/>
          </p:nvSpPr>
          <p:spPr>
            <a:xfrm>
              <a:off x="10157621" y="3837155"/>
              <a:ext cx="822960" cy="822960"/>
            </a:xfrm>
            <a:prstGeom prst="arc">
              <a:avLst>
                <a:gd name="adj1" fmla="val 19532749"/>
                <a:gd name="adj2" fmla="val 16375526"/>
              </a:avLst>
            </a:prstGeom>
            <a:ln w="79375">
              <a:solidFill>
                <a:schemeClr val="accent6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vi-VN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1" name="TextBox 27"/>
          <p:cNvSpPr txBox="1"/>
          <p:nvPr/>
        </p:nvSpPr>
        <p:spPr>
          <a:xfrm>
            <a:off x="467401" y="1918604"/>
            <a:ext cx="23730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</a:t>
            </a:r>
          </a:p>
        </p:txBody>
      </p:sp>
      <p:sp>
        <p:nvSpPr>
          <p:cNvPr id="92" name="TextBox 28"/>
          <p:cNvSpPr txBox="1"/>
          <p:nvPr/>
        </p:nvSpPr>
        <p:spPr>
          <a:xfrm>
            <a:off x="2688456" y="1918604"/>
            <a:ext cx="229983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</a:t>
            </a:r>
          </a:p>
        </p:txBody>
      </p:sp>
      <p:sp>
        <p:nvSpPr>
          <p:cNvPr id="93" name="TextBox 29"/>
          <p:cNvSpPr txBox="1"/>
          <p:nvPr/>
        </p:nvSpPr>
        <p:spPr>
          <a:xfrm>
            <a:off x="4902062" y="1919239"/>
            <a:ext cx="229013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</a:t>
            </a:r>
          </a:p>
        </p:txBody>
      </p:sp>
      <p:sp>
        <p:nvSpPr>
          <p:cNvPr id="94" name="TextBox 30"/>
          <p:cNvSpPr txBox="1"/>
          <p:nvPr/>
        </p:nvSpPr>
        <p:spPr>
          <a:xfrm>
            <a:off x="7152717" y="1919239"/>
            <a:ext cx="227330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</a:t>
            </a:r>
            <a:endParaRPr 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5" name="TextBox 31"/>
          <p:cNvSpPr txBox="1"/>
          <p:nvPr/>
        </p:nvSpPr>
        <p:spPr>
          <a:xfrm>
            <a:off x="9396173" y="1919239"/>
            <a:ext cx="212579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7" name="Content Placeholder 2"/>
          <p:cNvSpPr txBox="1"/>
          <p:nvPr/>
        </p:nvSpPr>
        <p:spPr>
          <a:xfrm>
            <a:off x="3042961" y="3971969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</a:p>
        </p:txBody>
      </p:sp>
      <p:sp>
        <p:nvSpPr>
          <p:cNvPr id="99" name="Content Placeholder 2"/>
          <p:cNvSpPr txBox="1"/>
          <p:nvPr/>
        </p:nvSpPr>
        <p:spPr>
          <a:xfrm>
            <a:off x="5281155" y="3971970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</a:p>
        </p:txBody>
      </p:sp>
      <p:sp>
        <p:nvSpPr>
          <p:cNvPr id="101" name="Content Placeholder 2"/>
          <p:cNvSpPr txBox="1"/>
          <p:nvPr/>
        </p:nvSpPr>
        <p:spPr>
          <a:xfrm>
            <a:off x="7514664" y="3971970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</a:t>
            </a:r>
            <a:endParaRPr lang="en-US" sz="2000" b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Content Placeholder 2"/>
          <p:cNvSpPr txBox="1"/>
          <p:nvPr/>
        </p:nvSpPr>
        <p:spPr>
          <a:xfrm>
            <a:off x="9862365" y="3971970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/>
          </a:p>
        </p:txBody>
      </p:sp>
      <p:sp>
        <p:nvSpPr>
          <p:cNvPr id="105" name="Freeform 6"/>
          <p:cNvSpPr>
            <a:spLocks noChangeArrowheads="1"/>
          </p:cNvSpPr>
          <p:nvPr/>
        </p:nvSpPr>
        <p:spPr bwMode="auto">
          <a:xfrm>
            <a:off x="5780732" y="3333003"/>
            <a:ext cx="365760" cy="365760"/>
          </a:xfrm>
          <a:custGeom>
            <a:avLst/>
            <a:gdLst>
              <a:gd name="T0" fmla="*/ 425 w 444"/>
              <a:gd name="T1" fmla="*/ 17 h 435"/>
              <a:gd name="T2" fmla="*/ 425 w 444"/>
              <a:gd name="T3" fmla="*/ 17 h 435"/>
              <a:gd name="T4" fmla="*/ 345 w 444"/>
              <a:gd name="T5" fmla="*/ 35 h 435"/>
              <a:gd name="T6" fmla="*/ 0 w 444"/>
              <a:gd name="T7" fmla="*/ 222 h 435"/>
              <a:gd name="T8" fmla="*/ 195 w 444"/>
              <a:gd name="T9" fmla="*/ 248 h 435"/>
              <a:gd name="T10" fmla="*/ 221 w 444"/>
              <a:gd name="T11" fmla="*/ 434 h 435"/>
              <a:gd name="T12" fmla="*/ 399 w 444"/>
              <a:gd name="T13" fmla="*/ 89 h 435"/>
              <a:gd name="T14" fmla="*/ 425 w 444"/>
              <a:gd name="T15" fmla="*/ 17 h 435"/>
              <a:gd name="T16" fmla="*/ 381 w 444"/>
              <a:gd name="T17" fmla="*/ 62 h 435"/>
              <a:gd name="T18" fmla="*/ 381 w 444"/>
              <a:gd name="T19" fmla="*/ 62 h 435"/>
              <a:gd name="T20" fmla="*/ 239 w 444"/>
              <a:gd name="T21" fmla="*/ 319 h 435"/>
              <a:gd name="T22" fmla="*/ 230 w 444"/>
              <a:gd name="T23" fmla="*/ 204 h 435"/>
              <a:gd name="T24" fmla="*/ 381 w 444"/>
              <a:gd name="T25" fmla="*/ 62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4" h="435">
                <a:moveTo>
                  <a:pt x="425" y="17"/>
                </a:moveTo>
                <a:lnTo>
                  <a:pt x="425" y="17"/>
                </a:lnTo>
                <a:cubicBezTo>
                  <a:pt x="408" y="0"/>
                  <a:pt x="399" y="17"/>
                  <a:pt x="345" y="35"/>
                </a:cubicBezTo>
                <a:cubicBezTo>
                  <a:pt x="221" y="97"/>
                  <a:pt x="0" y="222"/>
                  <a:pt x="0" y="222"/>
                </a:cubicBezTo>
                <a:cubicBezTo>
                  <a:pt x="195" y="248"/>
                  <a:pt x="195" y="248"/>
                  <a:pt x="195" y="248"/>
                </a:cubicBezTo>
                <a:cubicBezTo>
                  <a:pt x="221" y="434"/>
                  <a:pt x="221" y="434"/>
                  <a:pt x="221" y="434"/>
                </a:cubicBezTo>
                <a:cubicBezTo>
                  <a:pt x="221" y="434"/>
                  <a:pt x="345" y="222"/>
                  <a:pt x="399" y="89"/>
                </a:cubicBezTo>
                <a:cubicBezTo>
                  <a:pt x="425" y="44"/>
                  <a:pt x="443" y="26"/>
                  <a:pt x="425" y="17"/>
                </a:cubicBezTo>
                <a:close/>
                <a:moveTo>
                  <a:pt x="381" y="62"/>
                </a:moveTo>
                <a:lnTo>
                  <a:pt x="381" y="62"/>
                </a:lnTo>
                <a:cubicBezTo>
                  <a:pt x="239" y="319"/>
                  <a:pt x="239" y="319"/>
                  <a:pt x="239" y="319"/>
                </a:cubicBezTo>
                <a:cubicBezTo>
                  <a:pt x="230" y="204"/>
                  <a:pt x="230" y="204"/>
                  <a:pt x="230" y="204"/>
                </a:cubicBezTo>
                <a:lnTo>
                  <a:pt x="381" y="6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Freeform 25"/>
          <p:cNvSpPr>
            <a:spLocks noChangeArrowheads="1"/>
          </p:cNvSpPr>
          <p:nvPr/>
        </p:nvSpPr>
        <p:spPr bwMode="auto">
          <a:xfrm>
            <a:off x="8025193" y="3255723"/>
            <a:ext cx="365760" cy="365760"/>
          </a:xfrm>
          <a:custGeom>
            <a:avLst/>
            <a:gdLst>
              <a:gd name="T0" fmla="*/ 195 w 346"/>
              <a:gd name="T1" fmla="*/ 0 h 479"/>
              <a:gd name="T2" fmla="*/ 195 w 346"/>
              <a:gd name="T3" fmla="*/ 0 h 479"/>
              <a:gd name="T4" fmla="*/ 160 w 346"/>
              <a:gd name="T5" fmla="*/ 0 h 479"/>
              <a:gd name="T6" fmla="*/ 160 w 346"/>
              <a:gd name="T7" fmla="*/ 328 h 479"/>
              <a:gd name="T8" fmla="*/ 80 w 346"/>
              <a:gd name="T9" fmla="*/ 328 h 479"/>
              <a:gd name="T10" fmla="*/ 10 w 346"/>
              <a:gd name="T11" fmla="*/ 425 h 479"/>
              <a:gd name="T12" fmla="*/ 124 w 346"/>
              <a:gd name="T13" fmla="*/ 461 h 479"/>
              <a:gd name="T14" fmla="*/ 195 w 346"/>
              <a:gd name="T15" fmla="*/ 372 h 479"/>
              <a:gd name="T16" fmla="*/ 195 w 346"/>
              <a:gd name="T17" fmla="*/ 106 h 479"/>
              <a:gd name="T18" fmla="*/ 257 w 346"/>
              <a:gd name="T19" fmla="*/ 230 h 479"/>
              <a:gd name="T20" fmla="*/ 275 w 346"/>
              <a:gd name="T21" fmla="*/ 230 h 479"/>
              <a:gd name="T22" fmla="*/ 195 w 346"/>
              <a:gd name="T23" fmla="*/ 0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479">
                <a:moveTo>
                  <a:pt x="195" y="0"/>
                </a:moveTo>
                <a:lnTo>
                  <a:pt x="195" y="0"/>
                </a:lnTo>
                <a:cubicBezTo>
                  <a:pt x="160" y="0"/>
                  <a:pt x="160" y="0"/>
                  <a:pt x="160" y="0"/>
                </a:cubicBezTo>
                <a:cubicBezTo>
                  <a:pt x="160" y="328"/>
                  <a:pt x="160" y="328"/>
                  <a:pt x="160" y="328"/>
                </a:cubicBezTo>
                <a:cubicBezTo>
                  <a:pt x="133" y="319"/>
                  <a:pt x="107" y="319"/>
                  <a:pt x="80" y="328"/>
                </a:cubicBezTo>
                <a:cubicBezTo>
                  <a:pt x="26" y="346"/>
                  <a:pt x="0" y="390"/>
                  <a:pt x="10" y="425"/>
                </a:cubicBezTo>
                <a:cubicBezTo>
                  <a:pt x="26" y="461"/>
                  <a:pt x="71" y="478"/>
                  <a:pt x="124" y="461"/>
                </a:cubicBezTo>
                <a:cubicBezTo>
                  <a:pt x="169" y="443"/>
                  <a:pt x="195" y="408"/>
                  <a:pt x="195" y="372"/>
                </a:cubicBezTo>
                <a:cubicBezTo>
                  <a:pt x="195" y="106"/>
                  <a:pt x="195" y="106"/>
                  <a:pt x="195" y="106"/>
                </a:cubicBezTo>
                <a:cubicBezTo>
                  <a:pt x="266" y="124"/>
                  <a:pt x="266" y="212"/>
                  <a:pt x="257" y="230"/>
                </a:cubicBezTo>
                <a:cubicBezTo>
                  <a:pt x="257" y="239"/>
                  <a:pt x="266" y="248"/>
                  <a:pt x="275" y="230"/>
                </a:cubicBezTo>
                <a:cubicBezTo>
                  <a:pt x="345" y="115"/>
                  <a:pt x="195" y="62"/>
                  <a:pt x="195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Freeform 28"/>
          <p:cNvSpPr>
            <a:spLocks noChangeArrowheads="1"/>
          </p:cNvSpPr>
          <p:nvPr/>
        </p:nvSpPr>
        <p:spPr bwMode="auto">
          <a:xfrm>
            <a:off x="10363892" y="3281027"/>
            <a:ext cx="365760" cy="365760"/>
          </a:xfrm>
          <a:custGeom>
            <a:avLst/>
            <a:gdLst>
              <a:gd name="T0" fmla="*/ 124 w 498"/>
              <a:gd name="T1" fmla="*/ 81 h 418"/>
              <a:gd name="T2" fmla="*/ 124 w 498"/>
              <a:gd name="T3" fmla="*/ 81 h 418"/>
              <a:gd name="T4" fmla="*/ 36 w 498"/>
              <a:gd name="T5" fmla="*/ 258 h 418"/>
              <a:gd name="T6" fmla="*/ 346 w 498"/>
              <a:gd name="T7" fmla="*/ 116 h 418"/>
              <a:gd name="T8" fmla="*/ 9 w 498"/>
              <a:gd name="T9" fmla="*/ 382 h 418"/>
              <a:gd name="T10" fmla="*/ 44 w 498"/>
              <a:gd name="T11" fmla="*/ 400 h 418"/>
              <a:gd name="T12" fmla="*/ 97 w 498"/>
              <a:gd name="T13" fmla="*/ 311 h 418"/>
              <a:gd name="T14" fmla="*/ 293 w 498"/>
              <a:gd name="T15" fmla="*/ 311 h 418"/>
              <a:gd name="T16" fmla="*/ 469 w 498"/>
              <a:gd name="T17" fmla="*/ 72 h 418"/>
              <a:gd name="T18" fmla="*/ 124 w 498"/>
              <a:gd name="T19" fmla="*/ 81 h 4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98" h="418">
                <a:moveTo>
                  <a:pt x="124" y="81"/>
                </a:moveTo>
                <a:lnTo>
                  <a:pt x="124" y="81"/>
                </a:lnTo>
                <a:cubicBezTo>
                  <a:pt x="27" y="134"/>
                  <a:pt x="36" y="222"/>
                  <a:pt x="36" y="258"/>
                </a:cubicBezTo>
                <a:cubicBezTo>
                  <a:pt x="159" y="107"/>
                  <a:pt x="346" y="116"/>
                  <a:pt x="346" y="116"/>
                </a:cubicBezTo>
                <a:cubicBezTo>
                  <a:pt x="346" y="116"/>
                  <a:pt x="80" y="204"/>
                  <a:pt x="9" y="382"/>
                </a:cubicBezTo>
                <a:cubicBezTo>
                  <a:pt x="0" y="400"/>
                  <a:pt x="36" y="417"/>
                  <a:pt x="44" y="400"/>
                </a:cubicBezTo>
                <a:cubicBezTo>
                  <a:pt x="62" y="355"/>
                  <a:pt x="97" y="311"/>
                  <a:pt x="97" y="311"/>
                </a:cubicBezTo>
                <a:cubicBezTo>
                  <a:pt x="151" y="329"/>
                  <a:pt x="230" y="355"/>
                  <a:pt x="293" y="311"/>
                </a:cubicBezTo>
                <a:cubicBezTo>
                  <a:pt x="363" y="258"/>
                  <a:pt x="363" y="134"/>
                  <a:pt x="469" y="72"/>
                </a:cubicBezTo>
                <a:cubicBezTo>
                  <a:pt x="497" y="63"/>
                  <a:pt x="249" y="0"/>
                  <a:pt x="124" y="81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Freeform 106"/>
          <p:cNvSpPr>
            <a:spLocks noChangeArrowheads="1"/>
          </p:cNvSpPr>
          <p:nvPr/>
        </p:nvSpPr>
        <p:spPr bwMode="auto">
          <a:xfrm>
            <a:off x="3575051" y="3311976"/>
            <a:ext cx="365760" cy="365760"/>
          </a:xfrm>
          <a:custGeom>
            <a:avLst/>
            <a:gdLst>
              <a:gd name="T0" fmla="*/ 35 w 355"/>
              <a:gd name="T1" fmla="*/ 497 h 506"/>
              <a:gd name="T2" fmla="*/ 35 w 355"/>
              <a:gd name="T3" fmla="*/ 497 h 506"/>
              <a:gd name="T4" fmla="*/ 70 w 355"/>
              <a:gd name="T5" fmla="*/ 381 h 506"/>
              <a:gd name="T6" fmla="*/ 203 w 355"/>
              <a:gd name="T7" fmla="*/ 310 h 506"/>
              <a:gd name="T8" fmla="*/ 132 w 355"/>
              <a:gd name="T9" fmla="*/ 284 h 506"/>
              <a:gd name="T10" fmla="*/ 292 w 355"/>
              <a:gd name="T11" fmla="*/ 194 h 506"/>
              <a:gd name="T12" fmla="*/ 194 w 355"/>
              <a:gd name="T13" fmla="*/ 168 h 506"/>
              <a:gd name="T14" fmla="*/ 327 w 355"/>
              <a:gd name="T15" fmla="*/ 133 h 506"/>
              <a:gd name="T16" fmla="*/ 345 w 355"/>
              <a:gd name="T17" fmla="*/ 44 h 506"/>
              <a:gd name="T18" fmla="*/ 248 w 355"/>
              <a:gd name="T19" fmla="*/ 0 h 506"/>
              <a:gd name="T20" fmla="*/ 159 w 355"/>
              <a:gd name="T21" fmla="*/ 124 h 506"/>
              <a:gd name="T22" fmla="*/ 168 w 355"/>
              <a:gd name="T23" fmla="*/ 18 h 506"/>
              <a:gd name="T24" fmla="*/ 70 w 355"/>
              <a:gd name="T25" fmla="*/ 106 h 506"/>
              <a:gd name="T26" fmla="*/ 61 w 355"/>
              <a:gd name="T27" fmla="*/ 301 h 506"/>
              <a:gd name="T28" fmla="*/ 8 w 355"/>
              <a:gd name="T29" fmla="*/ 213 h 506"/>
              <a:gd name="T30" fmla="*/ 35 w 355"/>
              <a:gd name="T31" fmla="*/ 363 h 506"/>
              <a:gd name="T32" fmla="*/ 8 w 355"/>
              <a:gd name="T33" fmla="*/ 478 h 506"/>
              <a:gd name="T34" fmla="*/ 35 w 355"/>
              <a:gd name="T35" fmla="*/ 497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55" h="506">
                <a:moveTo>
                  <a:pt x="35" y="497"/>
                </a:moveTo>
                <a:lnTo>
                  <a:pt x="35" y="497"/>
                </a:lnTo>
                <a:cubicBezTo>
                  <a:pt x="44" y="469"/>
                  <a:pt x="53" y="434"/>
                  <a:pt x="70" y="381"/>
                </a:cubicBezTo>
                <a:cubicBezTo>
                  <a:pt x="132" y="372"/>
                  <a:pt x="168" y="390"/>
                  <a:pt x="203" y="310"/>
                </a:cubicBezTo>
                <a:cubicBezTo>
                  <a:pt x="168" y="328"/>
                  <a:pt x="132" y="292"/>
                  <a:pt x="132" y="284"/>
                </a:cubicBezTo>
                <a:cubicBezTo>
                  <a:pt x="132" y="266"/>
                  <a:pt x="229" y="292"/>
                  <a:pt x="292" y="194"/>
                </a:cubicBezTo>
                <a:cubicBezTo>
                  <a:pt x="212" y="213"/>
                  <a:pt x="185" y="178"/>
                  <a:pt x="194" y="168"/>
                </a:cubicBezTo>
                <a:cubicBezTo>
                  <a:pt x="221" y="159"/>
                  <a:pt x="292" y="168"/>
                  <a:pt x="327" y="133"/>
                </a:cubicBezTo>
                <a:cubicBezTo>
                  <a:pt x="345" y="115"/>
                  <a:pt x="354" y="62"/>
                  <a:pt x="345" y="44"/>
                </a:cubicBezTo>
                <a:cubicBezTo>
                  <a:pt x="336" y="27"/>
                  <a:pt x="283" y="0"/>
                  <a:pt x="248" y="0"/>
                </a:cubicBezTo>
                <a:cubicBezTo>
                  <a:pt x="221" y="9"/>
                  <a:pt x="168" y="124"/>
                  <a:pt x="159" y="124"/>
                </a:cubicBezTo>
                <a:cubicBezTo>
                  <a:pt x="141" y="124"/>
                  <a:pt x="141" y="71"/>
                  <a:pt x="168" y="18"/>
                </a:cubicBezTo>
                <a:cubicBezTo>
                  <a:pt x="132" y="35"/>
                  <a:pt x="88" y="71"/>
                  <a:pt x="70" y="106"/>
                </a:cubicBezTo>
                <a:cubicBezTo>
                  <a:pt x="44" y="159"/>
                  <a:pt x="79" y="301"/>
                  <a:pt x="61" y="301"/>
                </a:cubicBezTo>
                <a:cubicBezTo>
                  <a:pt x="53" y="310"/>
                  <a:pt x="17" y="239"/>
                  <a:pt x="8" y="213"/>
                </a:cubicBezTo>
                <a:cubicBezTo>
                  <a:pt x="0" y="257"/>
                  <a:pt x="0" y="301"/>
                  <a:pt x="35" y="363"/>
                </a:cubicBezTo>
                <a:cubicBezTo>
                  <a:pt x="26" y="407"/>
                  <a:pt x="17" y="452"/>
                  <a:pt x="8" y="478"/>
                </a:cubicBezTo>
                <a:cubicBezTo>
                  <a:pt x="8" y="497"/>
                  <a:pt x="35" y="505"/>
                  <a:pt x="35" y="497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Freeform 115"/>
          <p:cNvSpPr>
            <a:spLocks noChangeArrowheads="1"/>
          </p:cNvSpPr>
          <p:nvPr/>
        </p:nvSpPr>
        <p:spPr bwMode="auto">
          <a:xfrm>
            <a:off x="1395169" y="3273339"/>
            <a:ext cx="365760" cy="432913"/>
          </a:xfrm>
          <a:custGeom>
            <a:avLst/>
            <a:gdLst>
              <a:gd name="T0" fmla="*/ 381 w 400"/>
              <a:gd name="T1" fmla="*/ 124 h 498"/>
              <a:gd name="T2" fmla="*/ 381 w 400"/>
              <a:gd name="T3" fmla="*/ 124 h 498"/>
              <a:gd name="T4" fmla="*/ 231 w 400"/>
              <a:gd name="T5" fmla="*/ 9 h 498"/>
              <a:gd name="T6" fmla="*/ 115 w 400"/>
              <a:gd name="T7" fmla="*/ 151 h 498"/>
              <a:gd name="T8" fmla="*/ 133 w 400"/>
              <a:gd name="T9" fmla="*/ 213 h 498"/>
              <a:gd name="T10" fmla="*/ 9 w 400"/>
              <a:gd name="T11" fmla="*/ 407 h 498"/>
              <a:gd name="T12" fmla="*/ 0 w 400"/>
              <a:gd name="T13" fmla="*/ 434 h 498"/>
              <a:gd name="T14" fmla="*/ 9 w 400"/>
              <a:gd name="T15" fmla="*/ 478 h 498"/>
              <a:gd name="T16" fmla="*/ 27 w 400"/>
              <a:gd name="T17" fmla="*/ 497 h 498"/>
              <a:gd name="T18" fmla="*/ 62 w 400"/>
              <a:gd name="T19" fmla="*/ 487 h 498"/>
              <a:gd name="T20" fmla="*/ 89 w 400"/>
              <a:gd name="T21" fmla="*/ 470 h 498"/>
              <a:gd name="T22" fmla="*/ 142 w 400"/>
              <a:gd name="T23" fmla="*/ 390 h 498"/>
              <a:gd name="T24" fmla="*/ 142 w 400"/>
              <a:gd name="T25" fmla="*/ 390 h 498"/>
              <a:gd name="T26" fmla="*/ 177 w 400"/>
              <a:gd name="T27" fmla="*/ 381 h 498"/>
              <a:gd name="T28" fmla="*/ 231 w 400"/>
              <a:gd name="T29" fmla="*/ 284 h 498"/>
              <a:gd name="T30" fmla="*/ 293 w 400"/>
              <a:gd name="T31" fmla="*/ 284 h 498"/>
              <a:gd name="T32" fmla="*/ 381 w 400"/>
              <a:gd name="T33" fmla="*/ 124 h 498"/>
              <a:gd name="T34" fmla="*/ 319 w 400"/>
              <a:gd name="T35" fmla="*/ 159 h 498"/>
              <a:gd name="T36" fmla="*/ 319 w 400"/>
              <a:gd name="T37" fmla="*/ 159 h 498"/>
              <a:gd name="T38" fmla="*/ 256 w 400"/>
              <a:gd name="T39" fmla="*/ 142 h 498"/>
              <a:gd name="T40" fmla="*/ 221 w 400"/>
              <a:gd name="T41" fmla="*/ 80 h 498"/>
              <a:gd name="T42" fmla="*/ 310 w 400"/>
              <a:gd name="T43" fmla="*/ 71 h 498"/>
              <a:gd name="T44" fmla="*/ 319 w 400"/>
              <a:gd name="T45" fmla="*/ 159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00" h="498">
                <a:moveTo>
                  <a:pt x="381" y="124"/>
                </a:moveTo>
                <a:lnTo>
                  <a:pt x="381" y="124"/>
                </a:lnTo>
                <a:cubicBezTo>
                  <a:pt x="372" y="44"/>
                  <a:pt x="301" y="0"/>
                  <a:pt x="231" y="9"/>
                </a:cubicBezTo>
                <a:cubicBezTo>
                  <a:pt x="159" y="27"/>
                  <a:pt x="106" y="80"/>
                  <a:pt x="115" y="151"/>
                </a:cubicBezTo>
                <a:cubicBezTo>
                  <a:pt x="115" y="168"/>
                  <a:pt x="124" y="195"/>
                  <a:pt x="133" y="213"/>
                </a:cubicBezTo>
                <a:cubicBezTo>
                  <a:pt x="9" y="407"/>
                  <a:pt x="9" y="407"/>
                  <a:pt x="9" y="407"/>
                </a:cubicBezTo>
                <a:cubicBezTo>
                  <a:pt x="0" y="407"/>
                  <a:pt x="0" y="425"/>
                  <a:pt x="0" y="434"/>
                </a:cubicBezTo>
                <a:cubicBezTo>
                  <a:pt x="9" y="478"/>
                  <a:pt x="9" y="478"/>
                  <a:pt x="9" y="478"/>
                </a:cubicBezTo>
                <a:cubicBezTo>
                  <a:pt x="9" y="487"/>
                  <a:pt x="18" y="497"/>
                  <a:pt x="27" y="497"/>
                </a:cubicBezTo>
                <a:cubicBezTo>
                  <a:pt x="62" y="487"/>
                  <a:pt x="62" y="487"/>
                  <a:pt x="62" y="487"/>
                </a:cubicBezTo>
                <a:cubicBezTo>
                  <a:pt x="71" y="487"/>
                  <a:pt x="80" y="478"/>
                  <a:pt x="89" y="470"/>
                </a:cubicBezTo>
                <a:cubicBezTo>
                  <a:pt x="142" y="390"/>
                  <a:pt x="142" y="390"/>
                  <a:pt x="142" y="390"/>
                </a:cubicBezTo>
                <a:lnTo>
                  <a:pt x="142" y="390"/>
                </a:lnTo>
                <a:cubicBezTo>
                  <a:pt x="177" y="381"/>
                  <a:pt x="177" y="381"/>
                  <a:pt x="177" y="381"/>
                </a:cubicBezTo>
                <a:cubicBezTo>
                  <a:pt x="231" y="284"/>
                  <a:pt x="231" y="284"/>
                  <a:pt x="231" y="284"/>
                </a:cubicBezTo>
                <a:cubicBezTo>
                  <a:pt x="248" y="293"/>
                  <a:pt x="284" y="284"/>
                  <a:pt x="293" y="284"/>
                </a:cubicBezTo>
                <a:cubicBezTo>
                  <a:pt x="363" y="275"/>
                  <a:pt x="399" y="195"/>
                  <a:pt x="381" y="124"/>
                </a:cubicBezTo>
                <a:close/>
                <a:moveTo>
                  <a:pt x="319" y="159"/>
                </a:moveTo>
                <a:lnTo>
                  <a:pt x="319" y="159"/>
                </a:lnTo>
                <a:cubicBezTo>
                  <a:pt x="301" y="187"/>
                  <a:pt x="284" y="168"/>
                  <a:pt x="256" y="142"/>
                </a:cubicBezTo>
                <a:cubicBezTo>
                  <a:pt x="231" y="124"/>
                  <a:pt x="203" y="115"/>
                  <a:pt x="221" y="80"/>
                </a:cubicBezTo>
                <a:cubicBezTo>
                  <a:pt x="240" y="53"/>
                  <a:pt x="284" y="44"/>
                  <a:pt x="310" y="71"/>
                </a:cubicBezTo>
                <a:cubicBezTo>
                  <a:pt x="337" y="89"/>
                  <a:pt x="346" y="133"/>
                  <a:pt x="319" y="1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467995" y="4430395"/>
            <a:ext cx="22256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Linux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语义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性能优化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真实负载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2688590" y="4430395"/>
            <a:ext cx="2239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RFC/小迭代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所属子系统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ABI 边界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前馈计划</a:t>
            </a:r>
          </a:p>
        </p:txBody>
      </p:sp>
      <p:sp>
        <p:nvSpPr>
          <p:cNvPr id="114" name="Content Placeholder 2"/>
          <p:cNvSpPr txBox="1"/>
          <p:nvPr/>
        </p:nvSpPr>
        <p:spPr>
          <a:xfrm>
            <a:off x="4928869" y="4421505"/>
            <a:ext cx="2350029" cy="12003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最小可写即</a:t>
            </a: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代码审查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阶段化合入</a:t>
            </a: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受控反馈</a:t>
            </a: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Content Placeholder 2"/>
          <p:cNvSpPr txBox="1"/>
          <p:nvPr/>
        </p:nvSpPr>
        <p:spPr>
          <a:xfrm>
            <a:off x="7165975" y="4421506"/>
            <a:ext cx="2530918" cy="10093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 / 日志 / 测例</a:t>
            </a:r>
            <a:endParaRPr lang="en-US" altLang="zh-CN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失败归因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回写限制与经验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accent4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accent4"/>
              </a:solidFill>
            </a:endParaRPr>
          </a:p>
        </p:txBody>
      </p:sp>
      <p:sp>
        <p:nvSpPr>
          <p:cNvPr id="2" name="Content Placeholder 2"/>
          <p:cNvSpPr txBox="1"/>
          <p:nvPr/>
        </p:nvSpPr>
        <p:spPr>
          <a:xfrm>
            <a:off x="9748173" y="4125310"/>
            <a:ext cx="1982470" cy="2154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根据产出、现象，持续改进、收敛</a:t>
            </a:r>
            <a:endParaRPr lang="en-US" altLang="zh-CN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accent6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116" name="NavActive 比赛总结"/>
          <p:cNvSpPr/>
          <p:nvPr/>
        </p:nvSpPr>
        <p:spPr>
          <a:xfrm>
            <a:off x="10263016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17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123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124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125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126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127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7292" y="1016779"/>
            <a:ext cx="48990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后续路线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8010" y="1871980"/>
            <a:ext cx="29337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兼容性继续扩大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66800" y="2440940"/>
            <a:ext cx="8641080" cy="1069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持续扩大 Linux ABI 覆盖；补齐更多 LTP 语义边界；把已完成机制沉淀为可回归验证的能力域</a:t>
            </a:r>
            <a:endParaRPr 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70000"/>
              </a:lnSpc>
              <a:buFont typeface="Arial" panose="020B0604020202020204" pitchFamily="34" charset="0"/>
              <a:buNone/>
            </a:pPr>
            <a:endParaRPr 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8010" y="4027805"/>
            <a:ext cx="29337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现实运行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6799" y="4596765"/>
            <a:ext cx="8936449" cy="1069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推动常用用户态程序稳定运行；沉淀 buddy-system 等可复用 crate；继续完善工程文档和调试记录</a:t>
            </a:r>
          </a:p>
          <a:p>
            <a:pPr indent="0">
              <a:lnSpc>
                <a:spcPct val="170000"/>
              </a:lnSpc>
              <a:buFont typeface="Arial" panose="020B0604020202020204" pitchFamily="34" charset="0"/>
              <a:buNone/>
            </a:pPr>
            <a:endParaRPr lang="zh-CN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NavActive 比赛总结"/>
          <p:cNvSpPr/>
          <p:nvPr/>
        </p:nvSpPr>
        <p:spPr>
          <a:xfrm>
            <a:off x="10263016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5" grpId="0"/>
      <p:bldP spid="5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9639D-9268-3AA5-0DF2-118E7A46D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52012263-F08E-72E0-91D9-BC290191F227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CDE006F0-1958-CD50-8CC8-DB7DB6006AF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FBF1292-35E6-6FAB-5033-F6266BB6CA86}"/>
              </a:ext>
            </a:extLst>
          </p:cNvPr>
          <p:cNvSpPr txBox="1"/>
          <p:nvPr/>
        </p:nvSpPr>
        <p:spPr>
          <a:xfrm>
            <a:off x="117292" y="1016779"/>
            <a:ext cx="2050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参考作品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F7A037-00D2-C98B-F0A9-C3EDCF5181B0}"/>
              </a:ext>
            </a:extLst>
          </p:cNvPr>
          <p:cNvSpPr txBox="1"/>
          <p:nvPr/>
        </p:nvSpPr>
        <p:spPr>
          <a:xfrm>
            <a:off x="511269" y="1651231"/>
            <a:ext cx="8641080" cy="144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70000"/>
              </a:lnSpc>
              <a:buFontTx/>
              <a:buChar char="-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Linux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设备驱动模型，MachineDesc，VFS，以及大量syscall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Tx/>
              <a:buChar char="-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Zircon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VMO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架构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Tx/>
              <a:buChar char="-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Chronix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，用户态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busybox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NavActive 比赛总结"/>
          <p:cNvSpPr/>
          <p:nvPr/>
        </p:nvSpPr>
        <p:spPr>
          <a:xfrm>
            <a:off x="10263016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  <p:extLst>
      <p:ext uri="{BB962C8B-B14F-4D97-AF65-F5344CB8AC3E}">
        <p14:creationId xmlns:p14="http://schemas.microsoft.com/office/powerpoint/2010/main" val="25737915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204967"/>
            <a:ext cx="12192000" cy="28613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64708" y="3127835"/>
            <a:ext cx="1086282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  <a:endParaRPr lang="en-US" sz="36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hitsz-logo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9555" y="603250"/>
            <a:ext cx="6612255" cy="12185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heme/theme1.xml><?xml version="1.0" encoding="utf-8"?>
<a:theme xmlns:a="http://schemas.openxmlformats.org/drawingml/2006/main" name="Office 主题​​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2332</Words>
  <Application>Microsoft Office PowerPoint</Application>
  <PresentationFormat>宽屏</PresentationFormat>
  <Paragraphs>336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quote-cjk-patch</vt:lpstr>
      <vt:lpstr>等线</vt:lpstr>
      <vt:lpstr>等线 Light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Doruche 朵露切</cp:lastModifiedBy>
  <cp:revision>714</cp:revision>
  <dcterms:created xsi:type="dcterms:W3CDTF">2024-08-16T10:33:47Z</dcterms:created>
  <dcterms:modified xsi:type="dcterms:W3CDTF">2026-06-30T15:51:23Z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2052-11.1.0.11723</vt:lpwstr>
  </property>
  <property fmtid="{D5CDD505-2E9C-101B-9397-08002B2CF9AE}" pid="3" name="ICV">
    <vt:lpwstr/>
  </property>
</Properties>
</file>